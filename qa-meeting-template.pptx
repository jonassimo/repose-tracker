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notesSlides/notesSlide2.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notesSlides/notesSlide3.xml" ContentType="application/vnd.openxmlformats-officedocument.presentationml.notesSlide+xml"/>
  <Override PartName="/ppt/charts/chart7.xml" ContentType="application/vnd.openxmlformats-officedocument.drawingml.chart+xml"/>
  <Override PartName="/ppt/theme/themeOverride7.xml" ContentType="application/vnd.openxmlformats-officedocument.themeOverride+xml"/>
  <Override PartName="/ppt/charts/chart8.xml" ContentType="application/vnd.openxmlformats-officedocument.drawingml.chart+xml"/>
  <Override PartName="/ppt/theme/themeOverride8.xml" ContentType="application/vnd.openxmlformats-officedocument.themeOverride+xml"/>
  <Override PartName="/ppt/charts/chart9.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9.xml" ContentType="application/vnd.openxmlformats-officedocument.themeOverride+xml"/>
  <Override PartName="/ppt/notesSlides/notesSlide4.xml" ContentType="application/vnd.openxmlformats-officedocument.presentationml.notesSlide+xml"/>
  <Override PartName="/ppt/charts/chart10.xml" ContentType="application/vnd.openxmlformats-officedocument.drawingml.chart+xml"/>
  <Override PartName="/ppt/theme/themeOverride10.xml" ContentType="application/vnd.openxmlformats-officedocument.themeOverride+xml"/>
  <Override PartName="/ppt/charts/chart11.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11.xml" ContentType="application/vnd.openxmlformats-officedocument.themeOverride+xml"/>
  <Override PartName="/ppt/charts/chart12.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2.xml" ContentType="application/vnd.openxmlformats-officedocument.themeOverride+xml"/>
  <Override PartName="/ppt/notesSlides/notesSlide5.xml" ContentType="application/vnd.openxmlformats-officedocument.presentationml.notesSlide+xml"/>
  <Override PartName="/ppt/charts/chart13.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3.xml" ContentType="application/vnd.openxmlformats-officedocument.themeOverride+xml"/>
  <Override PartName="/ppt/charts/chart14.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14.xml" ContentType="application/vnd.openxmlformats-officedocument.themeOverride+xml"/>
  <Override PartName="/ppt/charts/chart15.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5.xml" ContentType="application/vnd.openxmlformats-officedocument.themeOverride+xml"/>
  <Override PartName="/ppt/charts/chart16.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6.xml" ContentType="application/vnd.openxmlformats-officedocument.themeOverride+xml"/>
  <Override PartName="/ppt/charts/chart17.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7.xml" ContentType="application/vnd.openxmlformats-officedocument.themeOverride+xml"/>
  <Override PartName="/ppt/notesSlides/notesSlide6.xml" ContentType="application/vnd.openxmlformats-officedocument.presentationml.notesSlide+xml"/>
  <Override PartName="/ppt/charts/chart18.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8.xml" ContentType="application/vnd.openxmlformats-officedocument.themeOverride+xml"/>
  <Override PartName="/ppt/charts/chart19.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9.xml" ContentType="application/vnd.openxmlformats-officedocument.themeOverride+xml"/>
  <Override PartName="/ppt/charts/chart20.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20.xml" ContentType="application/vnd.openxmlformats-officedocument.themeOverride+xml"/>
  <Override PartName="/ppt/notesSlides/notesSlide7.xml" ContentType="application/vnd.openxmlformats-officedocument.presentationml.notesSlide+xml"/>
  <Override PartName="/ppt/charts/chart21.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21.xml" ContentType="application/vnd.openxmlformats-officedocument.themeOverride+xml"/>
  <Override PartName="/ppt/charts/chart22.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22.xml" ContentType="application/vnd.openxmlformats-officedocument.themeOverride+xml"/>
  <Override PartName="/ppt/charts/chart23.xml" ContentType="application/vnd.openxmlformats-officedocument.drawingml.chart+xml"/>
  <Override PartName="/ppt/theme/themeOverride23.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notesMasterIdLst>
    <p:notesMasterId r:id="rId17"/>
  </p:notesMasterIdLst>
  <p:sldIdLst>
    <p:sldId id="4510" r:id="rId5"/>
    <p:sldId id="309" r:id="rId6"/>
    <p:sldId id="4524" r:id="rId7"/>
    <p:sldId id="4522" r:id="rId8"/>
    <p:sldId id="4503" r:id="rId9"/>
    <p:sldId id="4508" r:id="rId10"/>
    <p:sldId id="4504" r:id="rId11"/>
    <p:sldId id="4506" r:id="rId12"/>
    <p:sldId id="4509" r:id="rId13"/>
    <p:sldId id="4519" r:id="rId14"/>
    <p:sldId id="4521" r:id="rId15"/>
    <p:sldId id="4507"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C504BB-F765-40DA-8596-1F8A11F1C7E8}">
          <p14:sldIdLst>
            <p14:sldId id="4510"/>
            <p14:sldId id="309"/>
          </p14:sldIdLst>
        </p14:section>
        <p14:section name="4 Box example" id="{1DFAF8F1-11C2-4E1C-AE56-192EA5075933}">
          <p14:sldIdLst/>
        </p14:section>
        <p14:section name="Quality Performance metrics" id="{967C3FC6-FDEE-4795-880A-93951291387F}">
          <p14:sldIdLst>
            <p14:sldId id="4524"/>
            <p14:sldId id="4522"/>
            <p14:sldId id="4503"/>
            <p14:sldId id="4508"/>
            <p14:sldId id="4504"/>
            <p14:sldId id="4506"/>
            <p14:sldId id="4509"/>
            <p14:sldId id="4519"/>
            <p14:sldId id="4521"/>
            <p14:sldId id="45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97132"/>
    <a:srgbClr val="2F4286"/>
    <a:srgbClr val="69C8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ADF521-F918-4C5C-8FB4-A36E1A72F9B9}" v="29" dt="2026-04-30T14:07:25.4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220" autoAdjust="0"/>
  </p:normalViewPr>
  <p:slideViewPr>
    <p:cSldViewPr snapToGrid="0">
      <p:cViewPr varScale="1">
        <p:scale>
          <a:sx n="95" d="100"/>
          <a:sy n="95" d="100"/>
        </p:scale>
        <p:origin x="374" y="-6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s Simonaitis" userId="feb837fc-27cd-440e-83d0-bf13e454651a" providerId="ADAL" clId="{4192F19C-2014-48B0-B9E5-182EF6D9A047}"/>
    <pc:docChg chg="undo custSel addSld delSld modSld sldOrd modSection">
      <pc:chgData name="Jonas Simonaitis" userId="feb837fc-27cd-440e-83d0-bf13e454651a" providerId="ADAL" clId="{4192F19C-2014-48B0-B9E5-182EF6D9A047}" dt="2026-04-30T14:12:06.544" v="15290" actId="27918"/>
      <pc:docMkLst>
        <pc:docMk/>
      </pc:docMkLst>
      <pc:sldChg chg="addSp delSp modSp mod">
        <pc:chgData name="Jonas Simonaitis" userId="feb837fc-27cd-440e-83d0-bf13e454651a" providerId="ADAL" clId="{4192F19C-2014-48B0-B9E5-182EF6D9A047}" dt="2026-04-30T14:11:59.922" v="15289" actId="313"/>
        <pc:sldMkLst>
          <pc:docMk/>
          <pc:sldMk cId="4085840917" sldId="4503"/>
        </pc:sldMkLst>
        <pc:spChg chg="mod">
          <ac:chgData name="Jonas Simonaitis" userId="feb837fc-27cd-440e-83d0-bf13e454651a" providerId="ADAL" clId="{4192F19C-2014-48B0-B9E5-182EF6D9A047}" dt="2026-04-30T14:05:55.323" v="15060" actId="20577"/>
          <ac:spMkLst>
            <pc:docMk/>
            <pc:sldMk cId="4085840917" sldId="4503"/>
            <ac:spMk id="8" creationId="{637EBB3E-0DF5-6D47-EFDB-723D79021730}"/>
          </ac:spMkLst>
        </pc:spChg>
        <pc:graphicFrameChg chg="add mod">
          <ac:chgData name="Jonas Simonaitis" userId="feb837fc-27cd-440e-83d0-bf13e454651a" providerId="ADAL" clId="{4192F19C-2014-48B0-B9E5-182EF6D9A047}" dt="2026-04-30T13:56:00.514" v="14726" actId="1076"/>
          <ac:graphicFrameMkLst>
            <pc:docMk/>
            <pc:sldMk cId="4085840917" sldId="4503"/>
            <ac:graphicFrameMk id="2" creationId="{2C1231A1-FDA3-49E3-B1EC-A4814B5A8152}"/>
          </ac:graphicFrameMkLst>
        </pc:graphicFrameChg>
        <pc:graphicFrameChg chg="add mod">
          <ac:chgData name="Jonas Simonaitis" userId="feb837fc-27cd-440e-83d0-bf13e454651a" providerId="ADAL" clId="{4192F19C-2014-48B0-B9E5-182EF6D9A047}" dt="2026-04-30T13:56:03.258" v="14727" actId="1076"/>
          <ac:graphicFrameMkLst>
            <pc:docMk/>
            <pc:sldMk cId="4085840917" sldId="4503"/>
            <ac:graphicFrameMk id="4" creationId="{96DC79FE-2922-4C00-9055-BCA7D1FF7AA1}"/>
          </ac:graphicFrameMkLst>
        </pc:graphicFrameChg>
        <pc:graphicFrameChg chg="add mod">
          <ac:chgData name="Jonas Simonaitis" userId="feb837fc-27cd-440e-83d0-bf13e454651a" providerId="ADAL" clId="{4192F19C-2014-48B0-B9E5-182EF6D9A047}" dt="2026-04-30T13:56:14.695" v="14732" actId="14100"/>
          <ac:graphicFrameMkLst>
            <pc:docMk/>
            <pc:sldMk cId="4085840917" sldId="4503"/>
            <ac:graphicFrameMk id="6" creationId="{F4544D65-0CF5-447A-8D84-4AAFBFEF2C17}"/>
          </ac:graphicFrameMkLst>
        </pc:graphicFrameChg>
        <pc:graphicFrameChg chg="add del mod">
          <ac:chgData name="Jonas Simonaitis" userId="feb837fc-27cd-440e-83d0-bf13e454651a" providerId="ADAL" clId="{4192F19C-2014-48B0-B9E5-182EF6D9A047}" dt="2026-04-30T13:55:38.980" v="14718" actId="478"/>
          <ac:graphicFrameMkLst>
            <pc:docMk/>
            <pc:sldMk cId="4085840917" sldId="4503"/>
            <ac:graphicFrameMk id="12" creationId="{2C1231A1-FDA3-49E3-B1EC-A4814B5A8152}"/>
          </ac:graphicFrameMkLst>
        </pc:graphicFrameChg>
        <pc:graphicFrameChg chg="add del mod">
          <ac:chgData name="Jonas Simonaitis" userId="feb837fc-27cd-440e-83d0-bf13e454651a" providerId="ADAL" clId="{4192F19C-2014-48B0-B9E5-182EF6D9A047}" dt="2026-04-30T13:55:49.941" v="14722" actId="478"/>
          <ac:graphicFrameMkLst>
            <pc:docMk/>
            <pc:sldMk cId="4085840917" sldId="4503"/>
            <ac:graphicFrameMk id="13" creationId="{96DC79FE-2922-4C00-9055-BCA7D1FF7AA1}"/>
          </ac:graphicFrameMkLst>
        </pc:graphicFrameChg>
        <pc:graphicFrameChg chg="add del mod">
          <ac:chgData name="Jonas Simonaitis" userId="feb837fc-27cd-440e-83d0-bf13e454651a" providerId="ADAL" clId="{4192F19C-2014-48B0-B9E5-182EF6D9A047}" dt="2026-04-30T13:56:09.255" v="14728" actId="478"/>
          <ac:graphicFrameMkLst>
            <pc:docMk/>
            <pc:sldMk cId="4085840917" sldId="4503"/>
            <ac:graphicFrameMk id="14" creationId="{F4544D65-0CF5-447A-8D84-4AAFBFEF2C17}"/>
          </ac:graphicFrameMkLst>
        </pc:graphicFrameChg>
        <pc:graphicFrameChg chg="mod modGraphic">
          <ac:chgData name="Jonas Simonaitis" userId="feb837fc-27cd-440e-83d0-bf13e454651a" providerId="ADAL" clId="{4192F19C-2014-48B0-B9E5-182EF6D9A047}" dt="2026-04-30T14:11:59.922" v="15289" actId="313"/>
          <ac:graphicFrameMkLst>
            <pc:docMk/>
            <pc:sldMk cId="4085840917" sldId="4503"/>
            <ac:graphicFrameMk id="24" creationId="{2352B3FA-DE50-647F-E135-398843A2939E}"/>
          </ac:graphicFrameMkLst>
        </pc:graphicFrameChg>
      </pc:sldChg>
      <pc:sldChg chg="addSp delSp modSp mod">
        <pc:chgData name="Jonas Simonaitis" userId="feb837fc-27cd-440e-83d0-bf13e454651a" providerId="ADAL" clId="{4192F19C-2014-48B0-B9E5-182EF6D9A047}" dt="2026-04-30T14:07:06.052" v="15070" actId="20577"/>
        <pc:sldMkLst>
          <pc:docMk/>
          <pc:sldMk cId="224759997" sldId="4504"/>
        </pc:sldMkLst>
        <pc:spChg chg="mod">
          <ac:chgData name="Jonas Simonaitis" userId="feb837fc-27cd-440e-83d0-bf13e454651a" providerId="ADAL" clId="{4192F19C-2014-48B0-B9E5-182EF6D9A047}" dt="2026-04-30T14:07:06.052" v="15070" actId="20577"/>
          <ac:spMkLst>
            <pc:docMk/>
            <pc:sldMk cId="224759997" sldId="4504"/>
            <ac:spMk id="8" creationId="{B16BD3D5-A681-182B-B728-5129613676F1}"/>
          </ac:spMkLst>
        </pc:spChg>
        <pc:graphicFrameChg chg="add del mod">
          <ac:chgData name="Jonas Simonaitis" userId="feb837fc-27cd-440e-83d0-bf13e454651a" providerId="ADAL" clId="{4192F19C-2014-48B0-B9E5-182EF6D9A047}" dt="2026-04-30T13:56:54.030" v="14747" actId="478"/>
          <ac:graphicFrameMkLst>
            <pc:docMk/>
            <pc:sldMk cId="224759997" sldId="4504"/>
            <ac:graphicFrameMk id="2" creationId="{A4B80DAF-298A-43C1-85AB-795E3817B10F}"/>
          </ac:graphicFrameMkLst>
        </pc:graphicFrameChg>
        <pc:graphicFrameChg chg="add mod">
          <ac:chgData name="Jonas Simonaitis" userId="feb837fc-27cd-440e-83d0-bf13e454651a" providerId="ADAL" clId="{4192F19C-2014-48B0-B9E5-182EF6D9A047}" dt="2026-04-30T13:57:01.967" v="14751" actId="1076"/>
          <ac:graphicFrameMkLst>
            <pc:docMk/>
            <pc:sldMk cId="224759997" sldId="4504"/>
            <ac:graphicFrameMk id="4" creationId="{A4B80DAF-298A-43C1-85AB-795E3817B10F}"/>
          </ac:graphicFrameMkLst>
        </pc:graphicFrameChg>
        <pc:graphicFrameChg chg="add mod">
          <ac:chgData name="Jonas Simonaitis" userId="feb837fc-27cd-440e-83d0-bf13e454651a" providerId="ADAL" clId="{4192F19C-2014-48B0-B9E5-182EF6D9A047}" dt="2026-04-23T13:16:03.961" v="13485" actId="1076"/>
          <ac:graphicFrameMkLst>
            <pc:docMk/>
            <pc:sldMk cId="224759997" sldId="4504"/>
            <ac:graphicFrameMk id="11" creationId="{B53CBEA6-81E0-429E-9CE8-7E1BB8FB1A77}"/>
          </ac:graphicFrameMkLst>
        </pc:graphicFrameChg>
        <pc:graphicFrameChg chg="add mod">
          <ac:chgData name="Jonas Simonaitis" userId="feb837fc-27cd-440e-83d0-bf13e454651a" providerId="ADAL" clId="{4192F19C-2014-48B0-B9E5-182EF6D9A047}" dt="2026-04-23T13:16:20.110" v="13490" actId="14100"/>
          <ac:graphicFrameMkLst>
            <pc:docMk/>
            <pc:sldMk cId="224759997" sldId="4504"/>
            <ac:graphicFrameMk id="13" creationId="{0B1018CF-7024-4E56-9C76-AB228341A9CF}"/>
          </ac:graphicFrameMkLst>
        </pc:graphicFrameChg>
        <pc:graphicFrameChg chg="mod modGraphic">
          <ac:chgData name="Jonas Simonaitis" userId="feb837fc-27cd-440e-83d0-bf13e454651a" providerId="ADAL" clId="{4192F19C-2014-48B0-B9E5-182EF6D9A047}" dt="2026-04-23T13:39:54.231" v="13964" actId="2165"/>
          <ac:graphicFrameMkLst>
            <pc:docMk/>
            <pc:sldMk cId="224759997" sldId="4504"/>
            <ac:graphicFrameMk id="15" creationId="{63FD25E7-4D58-7A48-19F8-3D73E81D56A3}"/>
          </ac:graphicFrameMkLst>
        </pc:graphicFrameChg>
      </pc:sldChg>
      <pc:sldChg chg="addSp delSp modSp mod">
        <pc:chgData name="Jonas Simonaitis" userId="feb837fc-27cd-440e-83d0-bf13e454651a" providerId="ADAL" clId="{4192F19C-2014-48B0-B9E5-182EF6D9A047}" dt="2026-04-30T14:08:20.787" v="15187" actId="122"/>
        <pc:sldMkLst>
          <pc:docMk/>
          <pc:sldMk cId="3518554141" sldId="4506"/>
        </pc:sldMkLst>
        <pc:spChg chg="mod">
          <ac:chgData name="Jonas Simonaitis" userId="feb837fc-27cd-440e-83d0-bf13e454651a" providerId="ADAL" clId="{4192F19C-2014-48B0-B9E5-182EF6D9A047}" dt="2026-04-23T13:44:43.906" v="14167" actId="20577"/>
          <ac:spMkLst>
            <pc:docMk/>
            <pc:sldMk cId="3518554141" sldId="4506"/>
            <ac:spMk id="8" creationId="{E2A8384D-E21C-67D9-056E-7830D783EB9A}"/>
          </ac:spMkLst>
        </pc:spChg>
        <pc:graphicFrameChg chg="add del mod">
          <ac:chgData name="Jonas Simonaitis" userId="feb837fc-27cd-440e-83d0-bf13e454651a" providerId="ADAL" clId="{4192F19C-2014-48B0-B9E5-182EF6D9A047}" dt="2026-04-30T13:57:39.102" v="14756" actId="478"/>
          <ac:graphicFrameMkLst>
            <pc:docMk/>
            <pc:sldMk cId="3518554141" sldId="4506"/>
            <ac:graphicFrameMk id="2" creationId="{95B0EF5D-18D3-443D-BF89-66B8F44F5B89}"/>
          </ac:graphicFrameMkLst>
        </pc:graphicFrameChg>
        <pc:graphicFrameChg chg="add del mod">
          <ac:chgData name="Jonas Simonaitis" userId="feb837fc-27cd-440e-83d0-bf13e454651a" providerId="ADAL" clId="{4192F19C-2014-48B0-B9E5-182EF6D9A047}" dt="2026-04-30T13:57:12.763" v="14752" actId="478"/>
          <ac:graphicFrameMkLst>
            <pc:docMk/>
            <pc:sldMk cId="3518554141" sldId="4506"/>
            <ac:graphicFrameMk id="4" creationId="{95B0EF5D-18D3-443D-BF89-66B8F44F5B89}"/>
          </ac:graphicFrameMkLst>
        </pc:graphicFrameChg>
        <pc:graphicFrameChg chg="add mod">
          <ac:chgData name="Jonas Simonaitis" userId="feb837fc-27cd-440e-83d0-bf13e454651a" providerId="ADAL" clId="{4192F19C-2014-48B0-B9E5-182EF6D9A047}" dt="2026-04-30T13:57:44.419" v="14760" actId="1035"/>
          <ac:graphicFrameMkLst>
            <pc:docMk/>
            <pc:sldMk cId="3518554141" sldId="4506"/>
            <ac:graphicFrameMk id="6" creationId="{95B0EF5D-18D3-443D-BF89-66B8F44F5B89}"/>
          </ac:graphicFrameMkLst>
        </pc:graphicFrameChg>
        <pc:graphicFrameChg chg="mod modGraphic">
          <ac:chgData name="Jonas Simonaitis" userId="feb837fc-27cd-440e-83d0-bf13e454651a" providerId="ADAL" clId="{4192F19C-2014-48B0-B9E5-182EF6D9A047}" dt="2026-04-30T14:08:20.787" v="15187" actId="122"/>
          <ac:graphicFrameMkLst>
            <pc:docMk/>
            <pc:sldMk cId="3518554141" sldId="4506"/>
            <ac:graphicFrameMk id="12" creationId="{81E7A2FA-C132-1361-F03A-7416AC4C5984}"/>
          </ac:graphicFrameMkLst>
        </pc:graphicFrameChg>
      </pc:sldChg>
      <pc:sldChg chg="addSp delSp modSp mod ord">
        <pc:chgData name="Jonas Simonaitis" userId="feb837fc-27cd-440e-83d0-bf13e454651a" providerId="ADAL" clId="{4192F19C-2014-48B0-B9E5-182EF6D9A047}" dt="2026-04-30T14:07:12.351" v="15073"/>
        <pc:sldMkLst>
          <pc:docMk/>
          <pc:sldMk cId="3523524226" sldId="4507"/>
        </pc:sldMkLst>
        <pc:spChg chg="mod">
          <ac:chgData name="Jonas Simonaitis" userId="feb837fc-27cd-440e-83d0-bf13e454651a" providerId="ADAL" clId="{4192F19C-2014-48B0-B9E5-182EF6D9A047}" dt="2026-04-23T13:40:26.172" v="13996" actId="20577"/>
          <ac:spMkLst>
            <pc:docMk/>
            <pc:sldMk cId="3523524226" sldId="4507"/>
            <ac:spMk id="8" creationId="{628655C6-6A04-D5F3-520D-38A2AB6D0D9C}"/>
          </ac:spMkLst>
        </pc:spChg>
        <pc:graphicFrameChg chg="add mod">
          <ac:chgData name="Jonas Simonaitis" userId="feb837fc-27cd-440e-83d0-bf13e454651a" providerId="ADAL" clId="{4192F19C-2014-48B0-B9E5-182EF6D9A047}" dt="2026-04-23T13:16:36.989" v="13495" actId="1076"/>
          <ac:graphicFrameMkLst>
            <pc:docMk/>
            <pc:sldMk cId="3523524226" sldId="4507"/>
            <ac:graphicFrameMk id="2" creationId="{D1AF61A7-5F1B-4227-BABF-F3F70BDA5C5A}"/>
          </ac:graphicFrameMkLst>
        </pc:graphicFrameChg>
        <pc:graphicFrameChg chg="add mod">
          <ac:chgData name="Jonas Simonaitis" userId="feb837fc-27cd-440e-83d0-bf13e454651a" providerId="ADAL" clId="{4192F19C-2014-48B0-B9E5-182EF6D9A047}" dt="2026-04-23T13:16:49.630" v="13503" actId="1036"/>
          <ac:graphicFrameMkLst>
            <pc:docMk/>
            <pc:sldMk cId="3523524226" sldId="4507"/>
            <ac:graphicFrameMk id="6" creationId="{2658EBCE-2042-422F-B727-FE869BD99011}"/>
          </ac:graphicFrameMkLst>
        </pc:graphicFrameChg>
        <pc:graphicFrameChg chg="modGraphic">
          <ac:chgData name="Jonas Simonaitis" userId="feb837fc-27cd-440e-83d0-bf13e454651a" providerId="ADAL" clId="{4192F19C-2014-48B0-B9E5-182EF6D9A047}" dt="2026-04-23T13:40:17.640" v="13994" actId="20577"/>
          <ac:graphicFrameMkLst>
            <pc:docMk/>
            <pc:sldMk cId="3523524226" sldId="4507"/>
            <ac:graphicFrameMk id="12" creationId="{B634E9AB-402D-1A6F-90EA-28346A219D1C}"/>
          </ac:graphicFrameMkLst>
        </pc:graphicFrameChg>
        <pc:graphicFrameChg chg="add mod">
          <ac:chgData name="Jonas Simonaitis" userId="feb837fc-27cd-440e-83d0-bf13e454651a" providerId="ADAL" clId="{4192F19C-2014-48B0-B9E5-182EF6D9A047}" dt="2026-04-23T13:17:04.418" v="13508" actId="14100"/>
          <ac:graphicFrameMkLst>
            <pc:docMk/>
            <pc:sldMk cId="3523524226" sldId="4507"/>
            <ac:graphicFrameMk id="15" creationId="{BB93BAAD-C569-4DD3-B716-2652A21B1249}"/>
          </ac:graphicFrameMkLst>
        </pc:graphicFrameChg>
      </pc:sldChg>
      <pc:sldChg chg="addSp delSp modSp mod">
        <pc:chgData name="Jonas Simonaitis" userId="feb837fc-27cd-440e-83d0-bf13e454651a" providerId="ADAL" clId="{4192F19C-2014-48B0-B9E5-182EF6D9A047}" dt="2026-04-30T14:12:06.544" v="15290" actId="27918"/>
        <pc:sldMkLst>
          <pc:docMk/>
          <pc:sldMk cId="1588347668" sldId="4508"/>
        </pc:sldMkLst>
        <pc:spChg chg="mod">
          <ac:chgData name="Jonas Simonaitis" userId="feb837fc-27cd-440e-83d0-bf13e454651a" providerId="ADAL" clId="{4192F19C-2014-48B0-B9E5-182EF6D9A047}" dt="2026-04-30T14:05:59.703" v="15062" actId="20577"/>
          <ac:spMkLst>
            <pc:docMk/>
            <pc:sldMk cId="1588347668" sldId="4508"/>
            <ac:spMk id="8" creationId="{0190AECA-9140-0404-F9A2-2C9EC40EF11F}"/>
          </ac:spMkLst>
        </pc:spChg>
        <pc:graphicFrameChg chg="add mod">
          <ac:chgData name="Jonas Simonaitis" userId="feb837fc-27cd-440e-83d0-bf13e454651a" providerId="ADAL" clId="{4192F19C-2014-48B0-B9E5-182EF6D9A047}" dt="2026-04-30T13:56:25.961" v="14736" actId="1076"/>
          <ac:graphicFrameMkLst>
            <pc:docMk/>
            <pc:sldMk cId="1588347668" sldId="4508"/>
            <ac:graphicFrameMk id="2" creationId="{8EB69F2F-08C6-4C1B-9033-0B4BB56C4FB2}"/>
          </ac:graphicFrameMkLst>
        </pc:graphicFrameChg>
        <pc:graphicFrameChg chg="add del mod">
          <ac:chgData name="Jonas Simonaitis" userId="feb837fc-27cd-440e-83d0-bf13e454651a" providerId="ADAL" clId="{4192F19C-2014-48B0-B9E5-182EF6D9A047}" dt="2026-04-30T13:56:19.705" v="14733" actId="478"/>
          <ac:graphicFrameMkLst>
            <pc:docMk/>
            <pc:sldMk cId="1588347668" sldId="4508"/>
            <ac:graphicFrameMk id="4" creationId="{8EB69F2F-08C6-4C1B-9033-0B4BB56C4FB2}"/>
          </ac:graphicFrameMkLst>
        </pc:graphicFrameChg>
        <pc:graphicFrameChg chg="add mod">
          <ac:chgData name="Jonas Simonaitis" userId="feb837fc-27cd-440e-83d0-bf13e454651a" providerId="ADAL" clId="{4192F19C-2014-48B0-B9E5-182EF6D9A047}" dt="2026-04-30T13:56:36.403" v="14741" actId="1076"/>
          <ac:graphicFrameMkLst>
            <pc:docMk/>
            <pc:sldMk cId="1588347668" sldId="4508"/>
            <ac:graphicFrameMk id="6" creationId="{612E3E12-6C3D-487F-9D05-EE8424CD8752}"/>
          </ac:graphicFrameMkLst>
        </pc:graphicFrameChg>
        <pc:graphicFrameChg chg="add mod">
          <ac:chgData name="Jonas Simonaitis" userId="feb837fc-27cd-440e-83d0-bf13e454651a" providerId="ADAL" clId="{4192F19C-2014-48B0-B9E5-182EF6D9A047}" dt="2026-04-30T13:56:45.590" v="14746" actId="14100"/>
          <ac:graphicFrameMkLst>
            <pc:docMk/>
            <pc:sldMk cId="1588347668" sldId="4508"/>
            <ac:graphicFrameMk id="10" creationId="{C2DD06C1-0AF7-408F-BA70-D5B8BB6CA817}"/>
          </ac:graphicFrameMkLst>
        </pc:graphicFrameChg>
        <pc:graphicFrameChg chg="add del mod">
          <ac:chgData name="Jonas Simonaitis" userId="feb837fc-27cd-440e-83d0-bf13e454651a" providerId="ADAL" clId="{4192F19C-2014-48B0-B9E5-182EF6D9A047}" dt="2026-04-30T13:56:27.397" v="14737" actId="478"/>
          <ac:graphicFrameMkLst>
            <pc:docMk/>
            <pc:sldMk cId="1588347668" sldId="4508"/>
            <ac:graphicFrameMk id="11" creationId="{612E3E12-6C3D-487F-9D05-EE8424CD8752}"/>
          </ac:graphicFrameMkLst>
        </pc:graphicFrameChg>
        <pc:graphicFrameChg chg="mod modGraphic">
          <ac:chgData name="Jonas Simonaitis" userId="feb837fc-27cd-440e-83d0-bf13e454651a" providerId="ADAL" clId="{4192F19C-2014-48B0-B9E5-182EF6D9A047}" dt="2026-04-30T14:06:59.419" v="15069" actId="20577"/>
          <ac:graphicFrameMkLst>
            <pc:docMk/>
            <pc:sldMk cId="1588347668" sldId="4508"/>
            <ac:graphicFrameMk id="12" creationId="{80A4FEAC-F29A-D503-9584-D19DE8A43AA8}"/>
          </ac:graphicFrameMkLst>
        </pc:graphicFrameChg>
        <pc:graphicFrameChg chg="add del mod">
          <ac:chgData name="Jonas Simonaitis" userId="feb837fc-27cd-440e-83d0-bf13e454651a" providerId="ADAL" clId="{4192F19C-2014-48B0-B9E5-182EF6D9A047}" dt="2026-04-30T13:56:38.089" v="14742" actId="478"/>
          <ac:graphicFrameMkLst>
            <pc:docMk/>
            <pc:sldMk cId="1588347668" sldId="4508"/>
            <ac:graphicFrameMk id="13" creationId="{C2DD06C1-0AF7-408F-BA70-D5B8BB6CA817}"/>
          </ac:graphicFrameMkLst>
        </pc:graphicFrameChg>
      </pc:sldChg>
      <pc:sldChg chg="addSp delSp modSp mod">
        <pc:chgData name="Jonas Simonaitis" userId="feb837fc-27cd-440e-83d0-bf13e454651a" providerId="ADAL" clId="{4192F19C-2014-48B0-B9E5-182EF6D9A047}" dt="2026-04-30T14:08:31.945" v="15197" actId="20577"/>
        <pc:sldMkLst>
          <pc:docMk/>
          <pc:sldMk cId="2344708399" sldId="4509"/>
        </pc:sldMkLst>
        <pc:spChg chg="mod">
          <ac:chgData name="Jonas Simonaitis" userId="feb837fc-27cd-440e-83d0-bf13e454651a" providerId="ADAL" clId="{4192F19C-2014-48B0-B9E5-182EF6D9A047}" dt="2026-04-23T13:44:39.235" v="14166" actId="20577"/>
          <ac:spMkLst>
            <pc:docMk/>
            <pc:sldMk cId="2344708399" sldId="4509"/>
            <ac:spMk id="8" creationId="{7B5A12BF-150E-6C8D-0AFD-3E2D66F0D6A4}"/>
          </ac:spMkLst>
        </pc:spChg>
        <pc:graphicFrameChg chg="add mod">
          <ac:chgData name="Jonas Simonaitis" userId="feb837fc-27cd-440e-83d0-bf13e454651a" providerId="ADAL" clId="{4192F19C-2014-48B0-B9E5-182EF6D9A047}" dt="2026-04-30T13:58:12.912" v="14764" actId="1076"/>
          <ac:graphicFrameMkLst>
            <pc:docMk/>
            <pc:sldMk cId="2344708399" sldId="4509"/>
            <ac:graphicFrameMk id="2" creationId="{16220269-7286-4E6B-AB34-1FBA67148F4E}"/>
          </ac:graphicFrameMkLst>
        </pc:graphicFrameChg>
        <pc:graphicFrameChg chg="add del mod">
          <ac:chgData name="Jonas Simonaitis" userId="feb837fc-27cd-440e-83d0-bf13e454651a" providerId="ADAL" clId="{4192F19C-2014-48B0-B9E5-182EF6D9A047}" dt="2026-04-30T13:58:06.790" v="14761" actId="478"/>
          <ac:graphicFrameMkLst>
            <pc:docMk/>
            <pc:sldMk cId="2344708399" sldId="4509"/>
            <ac:graphicFrameMk id="4" creationId="{16220269-7286-4E6B-AB34-1FBA67148F4E}"/>
          </ac:graphicFrameMkLst>
        </pc:graphicFrameChg>
        <pc:graphicFrameChg chg="mod modGraphic">
          <ac:chgData name="Jonas Simonaitis" userId="feb837fc-27cd-440e-83d0-bf13e454651a" providerId="ADAL" clId="{4192F19C-2014-48B0-B9E5-182EF6D9A047}" dt="2026-04-30T14:08:31.945" v="15197" actId="20577"/>
          <ac:graphicFrameMkLst>
            <pc:docMk/>
            <pc:sldMk cId="2344708399" sldId="4509"/>
            <ac:graphicFrameMk id="14" creationId="{4CD681C0-6D41-7E37-A36E-6ABE0CE83861}"/>
          </ac:graphicFrameMkLst>
        </pc:graphicFrameChg>
        <pc:graphicFrameChg chg="add mod">
          <ac:chgData name="Jonas Simonaitis" userId="feb837fc-27cd-440e-83d0-bf13e454651a" providerId="ADAL" clId="{4192F19C-2014-48B0-B9E5-182EF6D9A047}" dt="2026-04-23T13:18:13.161" v="13533" actId="14100"/>
          <ac:graphicFrameMkLst>
            <pc:docMk/>
            <pc:sldMk cId="2344708399" sldId="4509"/>
            <ac:graphicFrameMk id="15" creationId="{961842AB-0969-4A00-984D-9639FB18D1E4}"/>
          </ac:graphicFrameMkLst>
        </pc:graphicFrameChg>
      </pc:sldChg>
      <pc:sldChg chg="modSp mod">
        <pc:chgData name="Jonas Simonaitis" userId="feb837fc-27cd-440e-83d0-bf13e454651a" providerId="ADAL" clId="{4192F19C-2014-48B0-B9E5-182EF6D9A047}" dt="2026-04-09T13:08:52.052" v="11740" actId="20577"/>
        <pc:sldMkLst>
          <pc:docMk/>
          <pc:sldMk cId="170127588" sldId="4510"/>
        </pc:sldMkLst>
        <pc:spChg chg="mod">
          <ac:chgData name="Jonas Simonaitis" userId="feb837fc-27cd-440e-83d0-bf13e454651a" providerId="ADAL" clId="{4192F19C-2014-48B0-B9E5-182EF6D9A047}" dt="2026-04-09T13:08:52.052" v="11740" actId="20577"/>
          <ac:spMkLst>
            <pc:docMk/>
            <pc:sldMk cId="170127588" sldId="4510"/>
            <ac:spMk id="13" creationId="{B5A16A9D-4E2B-6AC9-EDF0-F719F9417FDD}"/>
          </ac:spMkLst>
        </pc:spChg>
      </pc:sldChg>
      <pc:sldChg chg="addSp delSp modSp add mod">
        <pc:chgData name="Jonas Simonaitis" userId="feb837fc-27cd-440e-83d0-bf13e454651a" providerId="ADAL" clId="{4192F19C-2014-48B0-B9E5-182EF6D9A047}" dt="2026-04-30T14:00:14.627" v="14782" actId="14100"/>
        <pc:sldMkLst>
          <pc:docMk/>
          <pc:sldMk cId="2908220509" sldId="4519"/>
        </pc:sldMkLst>
        <pc:graphicFrameChg chg="add del mod">
          <ac:chgData name="Jonas Simonaitis" userId="feb837fc-27cd-440e-83d0-bf13e454651a" providerId="ADAL" clId="{4192F19C-2014-48B0-B9E5-182EF6D9A047}" dt="2026-04-30T14:00:05.559" v="14778" actId="478"/>
          <ac:graphicFrameMkLst>
            <pc:docMk/>
            <pc:sldMk cId="2908220509" sldId="4519"/>
            <ac:graphicFrameMk id="3" creationId="{14F18E89-16CB-4422-A213-01C3286F01C5}"/>
          </ac:graphicFrameMkLst>
        </pc:graphicFrameChg>
        <pc:graphicFrameChg chg="add mod">
          <ac:chgData name="Jonas Simonaitis" userId="feb837fc-27cd-440e-83d0-bf13e454651a" providerId="ADAL" clId="{4192F19C-2014-48B0-B9E5-182EF6D9A047}" dt="2026-04-30T13:59:40.360" v="14768"/>
          <ac:graphicFrameMkLst>
            <pc:docMk/>
            <pc:sldMk cId="2908220509" sldId="4519"/>
            <ac:graphicFrameMk id="4" creationId="{EC1EC485-DFCC-40F2-8B4D-C151F5DA5ADC}"/>
          </ac:graphicFrameMkLst>
        </pc:graphicFrameChg>
        <pc:graphicFrameChg chg="add mod">
          <ac:chgData name="Jonas Simonaitis" userId="feb837fc-27cd-440e-83d0-bf13e454651a" providerId="ADAL" clId="{4192F19C-2014-48B0-B9E5-182EF6D9A047}" dt="2026-04-30T13:59:47.263" v="14772" actId="14100"/>
          <ac:graphicFrameMkLst>
            <pc:docMk/>
            <pc:sldMk cId="2908220509" sldId="4519"/>
            <ac:graphicFrameMk id="5" creationId="{EC1EC485-DFCC-40F2-8B4D-C151F5DA5ADC}"/>
          </ac:graphicFrameMkLst>
        </pc:graphicFrameChg>
        <pc:graphicFrameChg chg="add del mod">
          <ac:chgData name="Jonas Simonaitis" userId="feb837fc-27cd-440e-83d0-bf13e454651a" providerId="ADAL" clId="{4192F19C-2014-48B0-B9E5-182EF6D9A047}" dt="2026-04-30T13:59:52.121" v="14773" actId="478"/>
          <ac:graphicFrameMkLst>
            <pc:docMk/>
            <pc:sldMk cId="2908220509" sldId="4519"/>
            <ac:graphicFrameMk id="6" creationId="{4C7347D1-9880-489F-A3A0-8D6FEC32557A}"/>
          </ac:graphicFrameMkLst>
        </pc:graphicFrameChg>
        <pc:graphicFrameChg chg="add del mod">
          <ac:chgData name="Jonas Simonaitis" userId="feb837fc-27cd-440e-83d0-bf13e454651a" providerId="ADAL" clId="{4192F19C-2014-48B0-B9E5-182EF6D9A047}" dt="2026-04-30T13:59:38.740" v="14765" actId="478"/>
          <ac:graphicFrameMkLst>
            <pc:docMk/>
            <pc:sldMk cId="2908220509" sldId="4519"/>
            <ac:graphicFrameMk id="7" creationId="{EC1EC485-DFCC-40F2-8B4D-C151F5DA5ADC}"/>
          </ac:graphicFrameMkLst>
        </pc:graphicFrameChg>
        <pc:graphicFrameChg chg="add mod">
          <ac:chgData name="Jonas Simonaitis" userId="feb837fc-27cd-440e-83d0-bf13e454651a" providerId="ADAL" clId="{4192F19C-2014-48B0-B9E5-182EF6D9A047}" dt="2026-04-30T14:00:00.838" v="14777" actId="14100"/>
          <ac:graphicFrameMkLst>
            <pc:docMk/>
            <pc:sldMk cId="2908220509" sldId="4519"/>
            <ac:graphicFrameMk id="8" creationId="{4C7347D1-9880-489F-A3A0-8D6FEC32557A}"/>
          </ac:graphicFrameMkLst>
        </pc:graphicFrameChg>
        <pc:graphicFrameChg chg="add mod">
          <ac:chgData name="Jonas Simonaitis" userId="feb837fc-27cd-440e-83d0-bf13e454651a" providerId="ADAL" clId="{4192F19C-2014-48B0-B9E5-182EF6D9A047}" dt="2026-04-30T14:00:14.627" v="14782" actId="14100"/>
          <ac:graphicFrameMkLst>
            <pc:docMk/>
            <pc:sldMk cId="2908220509" sldId="4519"/>
            <ac:graphicFrameMk id="9" creationId="{14F18E89-16CB-4422-A213-01C3286F01C5}"/>
          </ac:graphicFrameMkLst>
        </pc:graphicFrameChg>
      </pc:sldChg>
      <pc:sldChg chg="addSp delSp modSp add mod">
        <pc:chgData name="Jonas Simonaitis" userId="feb837fc-27cd-440e-83d0-bf13e454651a" providerId="ADAL" clId="{4192F19C-2014-48B0-B9E5-182EF6D9A047}" dt="2026-04-23T13:47:30.713" v="14171" actId="27636"/>
        <pc:sldMkLst>
          <pc:docMk/>
          <pc:sldMk cId="331067568" sldId="4521"/>
        </pc:sldMkLst>
        <pc:spChg chg="mod">
          <ac:chgData name="Jonas Simonaitis" userId="feb837fc-27cd-440e-83d0-bf13e454651a" providerId="ADAL" clId="{4192F19C-2014-48B0-B9E5-182EF6D9A047}" dt="2026-04-23T13:47:30.713" v="14171" actId="27636"/>
          <ac:spMkLst>
            <pc:docMk/>
            <pc:sldMk cId="331067568" sldId="4521"/>
            <ac:spMk id="8" creationId="{308A2D97-2A86-4668-552C-1285D5D5F2A1}"/>
          </ac:spMkLst>
        </pc:spChg>
        <pc:graphicFrameChg chg="add mod">
          <ac:chgData name="Jonas Simonaitis" userId="feb837fc-27cd-440e-83d0-bf13e454651a" providerId="ADAL" clId="{4192F19C-2014-48B0-B9E5-182EF6D9A047}" dt="2026-04-16T12:42:30.081" v="13135"/>
          <ac:graphicFrameMkLst>
            <pc:docMk/>
            <pc:sldMk cId="331067568" sldId="4521"/>
            <ac:graphicFrameMk id="2" creationId="{4FA24EB8-949E-4579-8A9C-F5D1698C0BB4}"/>
          </ac:graphicFrameMkLst>
        </pc:graphicFrameChg>
        <pc:graphicFrameChg chg="add mod">
          <ac:chgData name="Jonas Simonaitis" userId="feb837fc-27cd-440e-83d0-bf13e454651a" providerId="ADAL" clId="{4192F19C-2014-48B0-B9E5-182EF6D9A047}" dt="2026-04-16T12:42:49.668" v="13141"/>
          <ac:graphicFrameMkLst>
            <pc:docMk/>
            <pc:sldMk cId="331067568" sldId="4521"/>
            <ac:graphicFrameMk id="4" creationId="{F58C4BCC-6788-46AC-A597-52348739AD23}"/>
          </ac:graphicFrameMkLst>
        </pc:graphicFrameChg>
        <pc:graphicFrameChg chg="add mod">
          <ac:chgData name="Jonas Simonaitis" userId="feb837fc-27cd-440e-83d0-bf13e454651a" providerId="ADAL" clId="{4192F19C-2014-48B0-B9E5-182EF6D9A047}" dt="2026-04-16T12:44:20.074" v="13151" actId="692"/>
          <ac:graphicFrameMkLst>
            <pc:docMk/>
            <pc:sldMk cId="331067568" sldId="4521"/>
            <ac:graphicFrameMk id="6" creationId="{A3448D94-6BA8-410D-A301-DEC232D2E878}"/>
          </ac:graphicFrameMkLst>
        </pc:graphicFrameChg>
      </pc:sldChg>
      <pc:sldChg chg="modSp add mod">
        <pc:chgData name="Jonas Simonaitis" userId="feb837fc-27cd-440e-83d0-bf13e454651a" providerId="ADAL" clId="{4192F19C-2014-48B0-B9E5-182EF6D9A047}" dt="2026-04-30T14:11:42.658" v="15287" actId="20577"/>
        <pc:sldMkLst>
          <pc:docMk/>
          <pc:sldMk cId="1235280802" sldId="4522"/>
        </pc:sldMkLst>
        <pc:spChg chg="mod">
          <ac:chgData name="Jonas Simonaitis" userId="feb837fc-27cd-440e-83d0-bf13e454651a" providerId="ADAL" clId="{4192F19C-2014-48B0-B9E5-182EF6D9A047}" dt="2026-04-30T14:01:15.113" v="14910" actId="20577"/>
          <ac:spMkLst>
            <pc:docMk/>
            <pc:sldMk cId="1235280802" sldId="4522"/>
            <ac:spMk id="2" creationId="{1B1D9E56-A365-5ADA-F0E9-404762EC6E8A}"/>
          </ac:spMkLst>
        </pc:spChg>
        <pc:spChg chg="mod">
          <ac:chgData name="Jonas Simonaitis" userId="feb837fc-27cd-440e-83d0-bf13e454651a" providerId="ADAL" clId="{4192F19C-2014-48B0-B9E5-182EF6D9A047}" dt="2026-04-30T14:11:42.658" v="15287" actId="20577"/>
          <ac:spMkLst>
            <pc:docMk/>
            <pc:sldMk cId="1235280802" sldId="4522"/>
            <ac:spMk id="3" creationId="{1891CCAA-8806-AEE5-0F3B-CC412DB322B2}"/>
          </ac:spMkLst>
        </pc:spChg>
        <pc:spChg chg="mod">
          <ac:chgData name="Jonas Simonaitis" userId="feb837fc-27cd-440e-83d0-bf13e454651a" providerId="ADAL" clId="{4192F19C-2014-48B0-B9E5-182EF6D9A047}" dt="2026-04-30T12:51:46.681" v="14607" actId="20577"/>
          <ac:spMkLst>
            <pc:docMk/>
            <pc:sldMk cId="1235280802" sldId="4522"/>
            <ac:spMk id="7" creationId="{CED7E938-E315-E96D-A4AE-E39570FCFF3A}"/>
          </ac:spMkLst>
        </pc:spChg>
      </pc:sldChg>
      <pc:sldChg chg="delSp modSp add mod ord">
        <pc:chgData name="Jonas Simonaitis" userId="feb837fc-27cd-440e-83d0-bf13e454651a" providerId="ADAL" clId="{4192F19C-2014-48B0-B9E5-182EF6D9A047}" dt="2026-04-28T09:21:06.723" v="14601" actId="5793"/>
        <pc:sldMkLst>
          <pc:docMk/>
          <pc:sldMk cId="2006649700" sldId="4524"/>
        </pc:sldMkLst>
        <pc:spChg chg="mod">
          <ac:chgData name="Jonas Simonaitis" userId="feb837fc-27cd-440e-83d0-bf13e454651a" providerId="ADAL" clId="{4192F19C-2014-48B0-B9E5-182EF6D9A047}" dt="2026-04-28T09:19:12.629" v="14489" actId="20577"/>
          <ac:spMkLst>
            <pc:docMk/>
            <pc:sldMk cId="2006649700" sldId="4524"/>
            <ac:spMk id="2" creationId="{7127BEC7-B2D6-79AF-7822-12C4EA7B6A1B}"/>
          </ac:spMkLst>
        </pc:spChg>
        <pc:spChg chg="mod">
          <ac:chgData name="Jonas Simonaitis" userId="feb837fc-27cd-440e-83d0-bf13e454651a" providerId="ADAL" clId="{4192F19C-2014-48B0-B9E5-182EF6D9A047}" dt="2026-04-28T09:21:06.723" v="14601" actId="5793"/>
          <ac:spMkLst>
            <pc:docMk/>
            <pc:sldMk cId="2006649700" sldId="4524"/>
            <ac:spMk id="3" creationId="{ABA1EB30-30A5-F88D-1647-785BA17637B2}"/>
          </ac:spMkLst>
        </pc:spChg>
        <pc:spChg chg="mod">
          <ac:chgData name="Jonas Simonaitis" userId="feb837fc-27cd-440e-83d0-bf13e454651a" providerId="ADAL" clId="{4192F19C-2014-48B0-B9E5-182EF6D9A047}" dt="2026-04-14T09:00:51.389" v="12318" actId="14100"/>
          <ac:spMkLst>
            <pc:docMk/>
            <pc:sldMk cId="2006649700" sldId="4524"/>
            <ac:spMk id="4" creationId="{D793ED6C-8E2A-4449-4AB7-21A8CAB8BDC3}"/>
          </ac:spMkLst>
        </pc:spChg>
        <pc:spChg chg="mod">
          <ac:chgData name="Jonas Simonaitis" userId="feb837fc-27cd-440e-83d0-bf13e454651a" providerId="ADAL" clId="{4192F19C-2014-48B0-B9E5-182EF6D9A047}" dt="2026-04-28T09:17:30.641" v="14201" actId="20577"/>
          <ac:spMkLst>
            <pc:docMk/>
            <pc:sldMk cId="2006649700" sldId="4524"/>
            <ac:spMk id="7" creationId="{DF1C4AE8-C8B6-D2DF-01A9-8001488BDB9F}"/>
          </ac:spMkLst>
        </pc:spChg>
        <pc:spChg chg="mod">
          <ac:chgData name="Jonas Simonaitis" userId="feb837fc-27cd-440e-83d0-bf13e454651a" providerId="ADAL" clId="{4192F19C-2014-48B0-B9E5-182EF6D9A047}" dt="2026-04-14T09:00:48.710" v="12317" actId="14100"/>
          <ac:spMkLst>
            <pc:docMk/>
            <pc:sldMk cId="2006649700" sldId="4524"/>
            <ac:spMk id="8" creationId="{7752DC47-7C1F-5BA6-5570-9B14F10410FB}"/>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7.xml"/></Relationships>
</file>

<file path=ppt/charts/_rels/chart8.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0.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10.xm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https://prismmedicaluk.sharepoint.com/sites/PHCQMS/Shared%20Documents/PHC%20Quality/3.0%20Ops%20Compliance/Repose/Repose%20Main%20Dashboard%20Main.xlsm" TargetMode="Externa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https://prismmedicaluk.sharepoint.com/sites/PHCQMS/Shared%20Documents/PHC%20Quality/3.0%20Ops%20Compliance/Repose/Repose%20Main%20Dashboard%20Main.xlsm" TargetMode="External"/></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20.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oleObject" Target="https://prismmedicaluk.sharepoint.com/sites/PHCQMS/Shared%20Documents/PHC%20Quality/3.0%20Ops%20Compliance/Repose/Repose%20Main%20Dashboard%20Main.xlsm" TargetMode="External"/></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22.xml.rels><?xml version="1.0" encoding="UTF-8" standalone="yes"?>
<Relationships xmlns="http://schemas.openxmlformats.org/package/2006/relationships"><Relationship Id="rId3" Type="http://schemas.openxmlformats.org/officeDocument/2006/relationships/themeOverride" Target="../theme/themeOverride22.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oleObject" Target="https://reposefurniturelimited.sharepoint.com/sites/ReposeFurniture-Quality/Shared%20Documents/Quality/Quality%20Dashboard.xlsx" TargetMode="External"/></Relationships>
</file>

<file path=ppt/charts/_rels/chart23.xml.rels><?xml version="1.0" encoding="UTF-8" standalone="yes"?>
<Relationships xmlns="http://schemas.openxmlformats.org/package/2006/relationships"><Relationship Id="rId2" Type="http://schemas.openxmlformats.org/officeDocument/2006/relationships/oleObject" Target="https://reposefurniturelimited.sharepoint.com/sites/ReposeFurniture-Quality/Shared%20Documents/Quality/Quality%20Dashboard.xlsx" TargetMode="External"/><Relationship Id="rId1" Type="http://schemas.openxmlformats.org/officeDocument/2006/relationships/themeOverride" Target="../theme/themeOverride2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Customer Complaints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2026'!$B$20</c:f>
              <c:strCache>
                <c:ptCount val="1"/>
                <c:pt idx="0">
                  <c:v>Inside 30</c:v>
                </c:pt>
              </c:strCache>
            </c:strRef>
          </c:tx>
          <c:spPr>
            <a:solidFill>
              <a:schemeClr val="accent1"/>
            </a:solidFill>
            <a:ln>
              <a:noFill/>
            </a:ln>
            <a:effectLst/>
          </c:spPr>
          <c:invertIfNegative val="0"/>
          <c:cat>
            <c:strRef>
              <c:f>'Reporting 2026'!$L$3:$S$3</c:f>
              <c:strCache>
                <c:ptCount val="8"/>
                <c:pt idx="0">
                  <c:v>Week 10</c:v>
                </c:pt>
                <c:pt idx="1">
                  <c:v>Week 11</c:v>
                </c:pt>
                <c:pt idx="2">
                  <c:v>Week 12</c:v>
                </c:pt>
                <c:pt idx="3">
                  <c:v>Week 13</c:v>
                </c:pt>
                <c:pt idx="4">
                  <c:v>Week 14</c:v>
                </c:pt>
                <c:pt idx="5">
                  <c:v>Week 15</c:v>
                </c:pt>
                <c:pt idx="6">
                  <c:v>Week 16</c:v>
                </c:pt>
                <c:pt idx="7">
                  <c:v>Week 17</c:v>
                </c:pt>
              </c:strCache>
              <c:extLst/>
            </c:strRef>
          </c:cat>
          <c:val>
            <c:numRef>
              <c:f>'Reporting 2026'!$L$20:$S$20</c:f>
              <c:numCache>
                <c:formatCode>General</c:formatCode>
                <c:ptCount val="8"/>
                <c:pt idx="0">
                  <c:v>6</c:v>
                </c:pt>
                <c:pt idx="1">
                  <c:v>0</c:v>
                </c:pt>
                <c:pt idx="2">
                  <c:v>2</c:v>
                </c:pt>
                <c:pt idx="3">
                  <c:v>2</c:v>
                </c:pt>
                <c:pt idx="4">
                  <c:v>0</c:v>
                </c:pt>
                <c:pt idx="5">
                  <c:v>3</c:v>
                </c:pt>
                <c:pt idx="6">
                  <c:v>3</c:v>
                </c:pt>
                <c:pt idx="7">
                  <c:v>2</c:v>
                </c:pt>
              </c:numCache>
              <c:extLst/>
            </c:numRef>
          </c:val>
          <c:extLst>
            <c:ext xmlns:c16="http://schemas.microsoft.com/office/drawing/2014/chart" uri="{C3380CC4-5D6E-409C-BE32-E72D297353CC}">
              <c16:uniqueId val="{00000000-AA7B-4536-AC50-FD06791E6671}"/>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2026'!$B$21</c:f>
              <c:strCache>
                <c:ptCount val="1"/>
                <c:pt idx="0">
                  <c:v>Target</c:v>
                </c:pt>
              </c:strCache>
            </c:strRef>
          </c:tx>
          <c:spPr>
            <a:ln w="28575" cap="rnd">
              <a:solidFill>
                <a:schemeClr val="accent2"/>
              </a:solidFill>
              <a:round/>
            </a:ln>
            <a:effectLst/>
          </c:spPr>
          <c:marker>
            <c:symbol val="none"/>
          </c:marker>
          <c:cat>
            <c:strRef>
              <c:f>'Reporting 2026'!$L$3:$S$3</c:f>
              <c:strCache>
                <c:ptCount val="8"/>
                <c:pt idx="0">
                  <c:v>Week 10</c:v>
                </c:pt>
                <c:pt idx="1">
                  <c:v>Week 11</c:v>
                </c:pt>
                <c:pt idx="2">
                  <c:v>Week 12</c:v>
                </c:pt>
                <c:pt idx="3">
                  <c:v>Week 13</c:v>
                </c:pt>
                <c:pt idx="4">
                  <c:v>Week 14</c:v>
                </c:pt>
                <c:pt idx="5">
                  <c:v>Week 15</c:v>
                </c:pt>
                <c:pt idx="6">
                  <c:v>Week 16</c:v>
                </c:pt>
                <c:pt idx="7">
                  <c:v>Week 17</c:v>
                </c:pt>
              </c:strCache>
              <c:extLst/>
            </c:strRef>
          </c:cat>
          <c:val>
            <c:numRef>
              <c:f>'Reporting 2026'!$L$21:$S$21</c:f>
              <c:numCache>
                <c:formatCode>General</c:formatCode>
                <c:ptCount val="8"/>
                <c:pt idx="0">
                  <c:v>1.75</c:v>
                </c:pt>
                <c:pt idx="1">
                  <c:v>1.75</c:v>
                </c:pt>
                <c:pt idx="2">
                  <c:v>1.75</c:v>
                </c:pt>
                <c:pt idx="3">
                  <c:v>1.75</c:v>
                </c:pt>
                <c:pt idx="4">
                  <c:v>1.75</c:v>
                </c:pt>
                <c:pt idx="5">
                  <c:v>1.75</c:v>
                </c:pt>
                <c:pt idx="6">
                  <c:v>1.75</c:v>
                </c:pt>
                <c:pt idx="7">
                  <c:v>1.75</c:v>
                </c:pt>
              </c:numCache>
              <c:extLst/>
            </c:numRef>
          </c:val>
          <c:smooth val="0"/>
          <c:extLst>
            <c:ext xmlns:c16="http://schemas.microsoft.com/office/drawing/2014/chart" uri="{C3380CC4-5D6E-409C-BE32-E72D297353CC}">
              <c16:uniqueId val="{00000001-AA7B-4536-AC50-FD06791E6671}"/>
            </c:ext>
          </c:extLst>
        </c:ser>
        <c:dLbls>
          <c:showLegendKey val="0"/>
          <c:showVal val="0"/>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Table!PivotTable1</c:name>
    <c:fmtId val="24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a:t>
            </a:r>
            <a:r>
              <a:rPr lang="en-US" baseline="0"/>
              <a:t> By Customer</a:t>
            </a:r>
            <a:endParaRPr lang="en-US"/>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Table'!$C$6</c:f>
              <c:strCache>
                <c:ptCount val="1"/>
                <c:pt idx="0">
                  <c:v> Customer</c:v>
                </c:pt>
              </c:strCache>
            </c:strRef>
          </c:tx>
          <c:spPr>
            <a:solidFill>
              <a:schemeClr val="accent1"/>
            </a:solidFill>
            <a:ln>
              <a:noFill/>
            </a:ln>
            <a:effectLst/>
          </c:spPr>
          <c:invertIfNegative val="0"/>
          <c:cat>
            <c:strRef>
              <c:f>'Reporting Pivot Table'!$B$7:$B$14</c:f>
              <c:strCache>
                <c:ptCount val="7"/>
                <c:pt idx="0">
                  <c:v>GROSVENOR</c:v>
                </c:pt>
                <c:pt idx="1">
                  <c:v>MUICK SANDY </c:v>
                </c:pt>
                <c:pt idx="2">
                  <c:v>CHARTERHOUSE</c:v>
                </c:pt>
                <c:pt idx="3">
                  <c:v>OAKTREE</c:v>
                </c:pt>
                <c:pt idx="4">
                  <c:v>WS MEDICAL</c:v>
                </c:pt>
                <c:pt idx="5">
                  <c:v>BRISTOL MAID</c:v>
                </c:pt>
                <c:pt idx="6">
                  <c:v>MIDSHIRES</c:v>
                </c:pt>
              </c:strCache>
            </c:strRef>
          </c:cat>
          <c:val>
            <c:numRef>
              <c:f>'Reporting Pivot Table'!$C$7:$C$14</c:f>
              <c:numCache>
                <c:formatCode>General</c:formatCode>
                <c:ptCount val="7"/>
                <c:pt idx="0">
                  <c:v>4</c:v>
                </c:pt>
                <c:pt idx="1">
                  <c:v>3</c:v>
                </c:pt>
                <c:pt idx="2">
                  <c:v>1</c:v>
                </c:pt>
                <c:pt idx="3">
                  <c:v>1</c:v>
                </c:pt>
                <c:pt idx="4">
                  <c:v>1</c:v>
                </c:pt>
                <c:pt idx="5">
                  <c:v>1</c:v>
                </c:pt>
                <c:pt idx="6">
                  <c:v>1</c:v>
                </c:pt>
              </c:numCache>
            </c:numRef>
          </c:val>
          <c:extLst>
            <c:ext xmlns:c16="http://schemas.microsoft.com/office/drawing/2014/chart" uri="{C3380CC4-5D6E-409C-BE32-E72D297353CC}">
              <c16:uniqueId val="{00000000-5953-4AE9-82AE-FB3D73BC95F9}"/>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Pivot Table'!$D$6</c:f>
              <c:strCache>
                <c:ptCount val="1"/>
                <c:pt idx="0">
                  <c:v>Pareto</c:v>
                </c:pt>
              </c:strCache>
            </c:strRef>
          </c:tx>
          <c:spPr>
            <a:ln w="28575" cap="rnd">
              <a:solidFill>
                <a:schemeClr val="accent2"/>
              </a:solidFill>
              <a:round/>
            </a:ln>
            <a:effectLst/>
          </c:spPr>
          <c:marker>
            <c:symbol val="none"/>
          </c:marker>
          <c:cat>
            <c:strRef>
              <c:f>'Reporting Pivot Table'!$B$7:$B$14</c:f>
              <c:strCache>
                <c:ptCount val="7"/>
                <c:pt idx="0">
                  <c:v>GROSVENOR</c:v>
                </c:pt>
                <c:pt idx="1">
                  <c:v>MUICK SANDY </c:v>
                </c:pt>
                <c:pt idx="2">
                  <c:v>CHARTERHOUSE</c:v>
                </c:pt>
                <c:pt idx="3">
                  <c:v>OAKTREE</c:v>
                </c:pt>
                <c:pt idx="4">
                  <c:v>WS MEDICAL</c:v>
                </c:pt>
                <c:pt idx="5">
                  <c:v>BRISTOL MAID</c:v>
                </c:pt>
                <c:pt idx="6">
                  <c:v>MIDSHIRES</c:v>
                </c:pt>
              </c:strCache>
            </c:strRef>
          </c:cat>
          <c:val>
            <c:numRef>
              <c:f>'Reporting Pivot Table'!$D$7:$D$14</c:f>
              <c:numCache>
                <c:formatCode>0%</c:formatCode>
                <c:ptCount val="7"/>
                <c:pt idx="0">
                  <c:v>0.33333333333333331</c:v>
                </c:pt>
                <c:pt idx="1">
                  <c:v>0.58333333333333337</c:v>
                </c:pt>
                <c:pt idx="2">
                  <c:v>0.66666666666666663</c:v>
                </c:pt>
                <c:pt idx="3">
                  <c:v>0.75</c:v>
                </c:pt>
                <c:pt idx="4">
                  <c:v>0.83333333333333337</c:v>
                </c:pt>
                <c:pt idx="5">
                  <c:v>0.91666666666666663</c:v>
                </c:pt>
                <c:pt idx="6">
                  <c:v>1</c:v>
                </c:pt>
              </c:numCache>
            </c:numRef>
          </c:val>
          <c:smooth val="0"/>
          <c:extLst>
            <c:ext xmlns:c16="http://schemas.microsoft.com/office/drawing/2014/chart" uri="{C3380CC4-5D6E-409C-BE32-E72D297353CC}">
              <c16:uniqueId val="{00000001-5953-4AE9-82AE-FB3D73BC95F9}"/>
            </c:ext>
          </c:extLst>
        </c:ser>
        <c:dLbls>
          <c:showLegendKey val="0"/>
          <c:showVal val="0"/>
          <c:showCatName val="0"/>
          <c:showSerName val="0"/>
          <c:showPercent val="0"/>
          <c:showBubbleSize val="0"/>
        </c:dLbls>
        <c:marker val="1"/>
        <c:smooth val="0"/>
        <c:axId val="1077778815"/>
        <c:axId val="107776969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valAx>
        <c:axId val="1077769695"/>
        <c:scaling>
          <c:orientation val="minMax"/>
          <c:max val="1"/>
        </c:scaling>
        <c:delete val="0"/>
        <c:axPos val="r"/>
        <c:numFmt formatCode="0%" sourceLinked="1"/>
        <c:majorTickMark val="out"/>
        <c:minorTickMark val="none"/>
        <c:tickLblPos val="nextTo"/>
        <c:crossAx val="1077778815"/>
        <c:crosses val="max"/>
        <c:crossBetween val="between"/>
      </c:valAx>
      <c:catAx>
        <c:axId val="1077778815"/>
        <c:scaling>
          <c:orientation val="minMax"/>
        </c:scaling>
        <c:delete val="1"/>
        <c:axPos val="b"/>
        <c:numFmt formatCode="General" sourceLinked="1"/>
        <c:majorTickMark val="out"/>
        <c:minorTickMark val="none"/>
        <c:tickLblPos val="nextTo"/>
        <c:crossAx val="1077769695"/>
        <c:crosses val="autoZero"/>
        <c:auto val="1"/>
        <c:lblAlgn val="ctr"/>
        <c:lblOffset val="100"/>
        <c:noMultiLvlLbl val="0"/>
      </c:catAx>
    </c:plotArea>
    <c:plotVisOnly val="1"/>
    <c:dispBlanksAs val="gap"/>
    <c:showDLblsOverMax val="0"/>
    <c:extLst/>
  </c:chart>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Table!PivotTable2</c:name>
    <c:fmtId val="2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 of fault code</a:t>
            </a:r>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Table'!$K$6</c:f>
              <c:strCache>
                <c:ptCount val="1"/>
                <c:pt idx="0">
                  <c:v> Fault Code</c:v>
                </c:pt>
              </c:strCache>
            </c:strRef>
          </c:tx>
          <c:spPr>
            <a:solidFill>
              <a:schemeClr val="accent1"/>
            </a:solidFill>
            <a:ln>
              <a:noFill/>
            </a:ln>
            <a:effectLst/>
          </c:spPr>
          <c:invertIfNegative val="0"/>
          <c:cat>
            <c:strRef>
              <c:f>'Reporting Pivot Table'!$J$7:$J$11</c:f>
              <c:strCache>
                <c:ptCount val="4"/>
                <c:pt idx="0">
                  <c:v>ORDERERROR</c:v>
                </c:pt>
                <c:pt idx="1">
                  <c:v>ELECTRICS</c:v>
                </c:pt>
                <c:pt idx="2">
                  <c:v>DAMAGEONDELIVERY</c:v>
                </c:pt>
                <c:pt idx="3">
                  <c:v>MISSINGITEM</c:v>
                </c:pt>
              </c:strCache>
            </c:strRef>
          </c:cat>
          <c:val>
            <c:numRef>
              <c:f>'Reporting Pivot Table'!$K$7:$K$11</c:f>
              <c:numCache>
                <c:formatCode>General</c:formatCode>
                <c:ptCount val="4"/>
                <c:pt idx="0">
                  <c:v>6</c:v>
                </c:pt>
                <c:pt idx="1">
                  <c:v>4</c:v>
                </c:pt>
                <c:pt idx="2">
                  <c:v>1</c:v>
                </c:pt>
                <c:pt idx="3">
                  <c:v>1</c:v>
                </c:pt>
              </c:numCache>
            </c:numRef>
          </c:val>
          <c:extLst>
            <c:ext xmlns:c16="http://schemas.microsoft.com/office/drawing/2014/chart" uri="{C3380CC4-5D6E-409C-BE32-E72D297353CC}">
              <c16:uniqueId val="{00000000-72B7-4C49-B96A-1D838521AF4F}"/>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Pivot Table'!$L$6</c:f>
              <c:strCache>
                <c:ptCount val="1"/>
                <c:pt idx="0">
                  <c:v>Pareto</c:v>
                </c:pt>
              </c:strCache>
            </c:strRef>
          </c:tx>
          <c:spPr>
            <a:ln w="28575" cap="rnd">
              <a:solidFill>
                <a:schemeClr val="accent2"/>
              </a:solidFill>
              <a:round/>
            </a:ln>
            <a:effectLst/>
          </c:spPr>
          <c:marker>
            <c:symbol val="none"/>
          </c:marker>
          <c:cat>
            <c:strRef>
              <c:f>'Reporting Pivot Table'!$J$7:$J$11</c:f>
              <c:strCache>
                <c:ptCount val="4"/>
                <c:pt idx="0">
                  <c:v>ORDERERROR</c:v>
                </c:pt>
                <c:pt idx="1">
                  <c:v>ELECTRICS</c:v>
                </c:pt>
                <c:pt idx="2">
                  <c:v>DAMAGEONDELIVERY</c:v>
                </c:pt>
                <c:pt idx="3">
                  <c:v>MISSINGITEM</c:v>
                </c:pt>
              </c:strCache>
            </c:strRef>
          </c:cat>
          <c:val>
            <c:numRef>
              <c:f>'Reporting Pivot Table'!$L$7:$L$11</c:f>
              <c:numCache>
                <c:formatCode>0%</c:formatCode>
                <c:ptCount val="4"/>
                <c:pt idx="0">
                  <c:v>0.5</c:v>
                </c:pt>
                <c:pt idx="1">
                  <c:v>0.83333333333333337</c:v>
                </c:pt>
                <c:pt idx="2">
                  <c:v>0.91666666666666663</c:v>
                </c:pt>
                <c:pt idx="3">
                  <c:v>1</c:v>
                </c:pt>
              </c:numCache>
            </c:numRef>
          </c:val>
          <c:smooth val="0"/>
          <c:extLst>
            <c:ext xmlns:c16="http://schemas.microsoft.com/office/drawing/2014/chart" uri="{C3380CC4-5D6E-409C-BE32-E72D297353CC}">
              <c16:uniqueId val="{00000001-72B7-4C49-B96A-1D838521AF4F}"/>
            </c:ext>
          </c:extLst>
        </c:ser>
        <c:dLbls>
          <c:showLegendKey val="0"/>
          <c:showVal val="0"/>
          <c:showCatName val="0"/>
          <c:showSerName val="0"/>
          <c:showPercent val="0"/>
          <c:showBubbleSize val="0"/>
        </c:dLbls>
        <c:marker val="1"/>
        <c:smooth val="0"/>
        <c:axId val="1077778815"/>
        <c:axId val="107776969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valAx>
        <c:axId val="1077769695"/>
        <c:scaling>
          <c:orientation val="minMax"/>
          <c:max val="1"/>
        </c:scaling>
        <c:delete val="0"/>
        <c:axPos val="r"/>
        <c:numFmt formatCode="0%" sourceLinked="1"/>
        <c:majorTickMark val="out"/>
        <c:minorTickMark val="none"/>
        <c:tickLblPos val="nextTo"/>
        <c:crossAx val="1077778815"/>
        <c:crosses val="max"/>
        <c:crossBetween val="between"/>
      </c:valAx>
      <c:catAx>
        <c:axId val="1077778815"/>
        <c:scaling>
          <c:orientation val="minMax"/>
        </c:scaling>
        <c:delete val="1"/>
        <c:axPos val="b"/>
        <c:numFmt formatCode="General" sourceLinked="1"/>
        <c:majorTickMark val="out"/>
        <c:minorTickMark val="none"/>
        <c:tickLblPos val="nextTo"/>
        <c:crossAx val="1077769695"/>
        <c:crosses val="autoZero"/>
        <c:auto val="1"/>
        <c:lblAlgn val="ctr"/>
        <c:lblOffset val="100"/>
        <c:noMultiLvlLbl val="0"/>
      </c:catAx>
    </c:plotArea>
    <c:plotVisOnly val="1"/>
    <c:dispBlanksAs val="gap"/>
    <c:showDLblsOverMax val="0"/>
    <c:extLst/>
  </c:chart>
  <c:txPr>
    <a:bodyPr/>
    <a:lstStyle/>
    <a:p>
      <a:pPr>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a:t>
            </a:r>
            <a:r>
              <a:rPr lang="en-US" baseline="0"/>
              <a:t> - Warranty Returns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2026'!$B$22</c:f>
              <c:strCache>
                <c:ptCount val="1"/>
                <c:pt idx="0">
                  <c:v>Outside 30</c:v>
                </c:pt>
              </c:strCache>
            </c:strRef>
          </c:tx>
          <c:spPr>
            <a:solidFill>
              <a:schemeClr val="accent1"/>
            </a:solidFill>
            <a:ln>
              <a:noFill/>
            </a:ln>
            <a:effectLst/>
          </c:spPr>
          <c:invertIfNegative val="0"/>
          <c:cat>
            <c:strRef>
              <c:f>'Reporting 2026'!$L$3:$S$3</c:f>
              <c:strCache>
                <c:ptCount val="8"/>
                <c:pt idx="0">
                  <c:v>Week 10</c:v>
                </c:pt>
                <c:pt idx="1">
                  <c:v>Week 11</c:v>
                </c:pt>
                <c:pt idx="2">
                  <c:v>Week 12</c:v>
                </c:pt>
                <c:pt idx="3">
                  <c:v>Week 13</c:v>
                </c:pt>
                <c:pt idx="4">
                  <c:v>Week 14</c:v>
                </c:pt>
                <c:pt idx="5">
                  <c:v>Week 15</c:v>
                </c:pt>
                <c:pt idx="6">
                  <c:v>Week 16</c:v>
                </c:pt>
                <c:pt idx="7">
                  <c:v>Week 17</c:v>
                </c:pt>
              </c:strCache>
              <c:extLst/>
            </c:strRef>
          </c:cat>
          <c:val>
            <c:numRef>
              <c:f>'Reporting 2026'!$L$22:$S$22</c:f>
              <c:numCache>
                <c:formatCode>General</c:formatCode>
                <c:ptCount val="8"/>
                <c:pt idx="0">
                  <c:v>1</c:v>
                </c:pt>
                <c:pt idx="1">
                  <c:v>4</c:v>
                </c:pt>
                <c:pt idx="2">
                  <c:v>3</c:v>
                </c:pt>
                <c:pt idx="3">
                  <c:v>4</c:v>
                </c:pt>
                <c:pt idx="4">
                  <c:v>0</c:v>
                </c:pt>
                <c:pt idx="5">
                  <c:v>2</c:v>
                </c:pt>
                <c:pt idx="6">
                  <c:v>3</c:v>
                </c:pt>
                <c:pt idx="7">
                  <c:v>1</c:v>
                </c:pt>
              </c:numCache>
              <c:extLst/>
            </c:numRef>
          </c:val>
          <c:extLst>
            <c:ext xmlns:c16="http://schemas.microsoft.com/office/drawing/2014/chart" uri="{C3380CC4-5D6E-409C-BE32-E72D297353CC}">
              <c16:uniqueId val="{00000000-9431-4578-AFF4-8B379EE8CF6E}"/>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2026'!$B$23</c:f>
              <c:strCache>
                <c:ptCount val="1"/>
                <c:pt idx="0">
                  <c:v>Target</c:v>
                </c:pt>
              </c:strCache>
            </c:strRef>
          </c:tx>
          <c:spPr>
            <a:ln w="28575" cap="rnd">
              <a:solidFill>
                <a:schemeClr val="accent2"/>
              </a:solidFill>
              <a:round/>
            </a:ln>
            <a:effectLst/>
          </c:spPr>
          <c:marker>
            <c:symbol val="none"/>
          </c:marker>
          <c:cat>
            <c:strRef>
              <c:f>'Reporting 2026'!$L$3:$S$3</c:f>
              <c:strCache>
                <c:ptCount val="8"/>
                <c:pt idx="0">
                  <c:v>Week 10</c:v>
                </c:pt>
                <c:pt idx="1">
                  <c:v>Week 11</c:v>
                </c:pt>
                <c:pt idx="2">
                  <c:v>Week 12</c:v>
                </c:pt>
                <c:pt idx="3">
                  <c:v>Week 13</c:v>
                </c:pt>
                <c:pt idx="4">
                  <c:v>Week 14</c:v>
                </c:pt>
                <c:pt idx="5">
                  <c:v>Week 15</c:v>
                </c:pt>
                <c:pt idx="6">
                  <c:v>Week 16</c:v>
                </c:pt>
                <c:pt idx="7">
                  <c:v>Week 17</c:v>
                </c:pt>
              </c:strCache>
              <c:extLst/>
            </c:strRef>
          </c:cat>
          <c:val>
            <c:numRef>
              <c:f>'Reporting 2026'!$L$23:$S$23</c:f>
              <c:numCache>
                <c:formatCode>General</c:formatCode>
                <c:ptCount val="8"/>
                <c:pt idx="0">
                  <c:v>2</c:v>
                </c:pt>
                <c:pt idx="1">
                  <c:v>2</c:v>
                </c:pt>
                <c:pt idx="2">
                  <c:v>2</c:v>
                </c:pt>
                <c:pt idx="3">
                  <c:v>2</c:v>
                </c:pt>
                <c:pt idx="4">
                  <c:v>2</c:v>
                </c:pt>
                <c:pt idx="5">
                  <c:v>2</c:v>
                </c:pt>
                <c:pt idx="6">
                  <c:v>2</c:v>
                </c:pt>
                <c:pt idx="7">
                  <c:v>2</c:v>
                </c:pt>
              </c:numCache>
              <c:extLst/>
            </c:numRef>
          </c:val>
          <c:smooth val="0"/>
          <c:extLst>
            <c:ext xmlns:c16="http://schemas.microsoft.com/office/drawing/2014/chart" uri="{C3380CC4-5D6E-409C-BE32-E72D297353CC}">
              <c16:uniqueId val="{00000001-9431-4578-AFF4-8B379EE8CF6E}"/>
            </c:ext>
          </c:extLst>
        </c:ser>
        <c:dLbls>
          <c:showLegendKey val="0"/>
          <c:showVal val="0"/>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Table!PivotTable5</c:name>
    <c:fmtId val="2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a:t>
            </a:r>
            <a:r>
              <a:rPr lang="en-US" baseline="0"/>
              <a:t> By Customer</a:t>
            </a:r>
            <a:endParaRPr lang="en-US"/>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Table'!$C$46</c:f>
              <c:strCache>
                <c:ptCount val="1"/>
                <c:pt idx="0">
                  <c:v> Customer</c:v>
                </c:pt>
              </c:strCache>
            </c:strRef>
          </c:tx>
          <c:spPr>
            <a:solidFill>
              <a:schemeClr val="accent1"/>
            </a:solidFill>
            <a:ln>
              <a:noFill/>
            </a:ln>
            <a:effectLst/>
          </c:spPr>
          <c:invertIfNegative val="0"/>
          <c:cat>
            <c:strRef>
              <c:f>'Reporting Pivot Table'!$B$47:$B$56</c:f>
              <c:strCache>
                <c:ptCount val="9"/>
                <c:pt idx="0">
                  <c:v>CHARTERHOUSE</c:v>
                </c:pt>
                <c:pt idx="1">
                  <c:v>STUART MOBILITY</c:v>
                </c:pt>
                <c:pt idx="2">
                  <c:v>FIRST CHOICE MOB</c:v>
                </c:pt>
                <c:pt idx="3">
                  <c:v>GROSVENOR</c:v>
                </c:pt>
                <c:pt idx="4">
                  <c:v>MULTICARE</c:v>
                </c:pt>
                <c:pt idx="5">
                  <c:v>MUICK SANDY </c:v>
                </c:pt>
                <c:pt idx="6">
                  <c:v>RIGHT CARE</c:v>
                </c:pt>
                <c:pt idx="7">
                  <c:v>OCURA</c:v>
                </c:pt>
                <c:pt idx="8">
                  <c:v>SELFSURE</c:v>
                </c:pt>
              </c:strCache>
            </c:strRef>
          </c:cat>
          <c:val>
            <c:numRef>
              <c:f>'Reporting Pivot Table'!$C$47:$C$56</c:f>
              <c:numCache>
                <c:formatCode>General</c:formatCode>
                <c:ptCount val="9"/>
                <c:pt idx="0">
                  <c:v>5</c:v>
                </c:pt>
                <c:pt idx="1">
                  <c:v>1</c:v>
                </c:pt>
                <c:pt idx="2">
                  <c:v>1</c:v>
                </c:pt>
                <c:pt idx="3">
                  <c:v>1</c:v>
                </c:pt>
                <c:pt idx="4">
                  <c:v>1</c:v>
                </c:pt>
                <c:pt idx="5">
                  <c:v>1</c:v>
                </c:pt>
                <c:pt idx="6">
                  <c:v>1</c:v>
                </c:pt>
                <c:pt idx="7">
                  <c:v>1</c:v>
                </c:pt>
                <c:pt idx="8">
                  <c:v>1</c:v>
                </c:pt>
              </c:numCache>
            </c:numRef>
          </c:val>
          <c:extLst>
            <c:ext xmlns:c16="http://schemas.microsoft.com/office/drawing/2014/chart" uri="{C3380CC4-5D6E-409C-BE32-E72D297353CC}">
              <c16:uniqueId val="{00000000-64E6-4126-9B93-B4CA2FD6B7BE}"/>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Pivot Table'!$D$46</c:f>
              <c:strCache>
                <c:ptCount val="1"/>
                <c:pt idx="0">
                  <c:v>Pareto</c:v>
                </c:pt>
              </c:strCache>
            </c:strRef>
          </c:tx>
          <c:spPr>
            <a:ln w="28575" cap="rnd">
              <a:solidFill>
                <a:schemeClr val="accent2"/>
              </a:solidFill>
              <a:round/>
            </a:ln>
            <a:effectLst/>
          </c:spPr>
          <c:marker>
            <c:symbol val="none"/>
          </c:marker>
          <c:cat>
            <c:strRef>
              <c:f>'Reporting Pivot Table'!$B$47:$B$56</c:f>
              <c:strCache>
                <c:ptCount val="9"/>
                <c:pt idx="0">
                  <c:v>CHARTERHOUSE</c:v>
                </c:pt>
                <c:pt idx="1">
                  <c:v>STUART MOBILITY</c:v>
                </c:pt>
                <c:pt idx="2">
                  <c:v>FIRST CHOICE MOB</c:v>
                </c:pt>
                <c:pt idx="3">
                  <c:v>GROSVENOR</c:v>
                </c:pt>
                <c:pt idx="4">
                  <c:v>MULTICARE</c:v>
                </c:pt>
                <c:pt idx="5">
                  <c:v>MUICK SANDY </c:v>
                </c:pt>
                <c:pt idx="6">
                  <c:v>RIGHT CARE</c:v>
                </c:pt>
                <c:pt idx="7">
                  <c:v>OCURA</c:v>
                </c:pt>
                <c:pt idx="8">
                  <c:v>SELFSURE</c:v>
                </c:pt>
              </c:strCache>
            </c:strRef>
          </c:cat>
          <c:val>
            <c:numRef>
              <c:f>'Reporting Pivot Table'!$D$47:$D$56</c:f>
              <c:numCache>
                <c:formatCode>0%</c:formatCode>
                <c:ptCount val="9"/>
                <c:pt idx="0">
                  <c:v>0.38461538461538464</c:v>
                </c:pt>
                <c:pt idx="1">
                  <c:v>0.46153846153846156</c:v>
                </c:pt>
                <c:pt idx="2">
                  <c:v>0.53846153846153844</c:v>
                </c:pt>
                <c:pt idx="3">
                  <c:v>0.61538461538461542</c:v>
                </c:pt>
                <c:pt idx="4">
                  <c:v>0.69230769230769229</c:v>
                </c:pt>
                <c:pt idx="5">
                  <c:v>0.76923076923076927</c:v>
                </c:pt>
                <c:pt idx="6">
                  <c:v>0.84615384615384615</c:v>
                </c:pt>
                <c:pt idx="7">
                  <c:v>0.92307692307692313</c:v>
                </c:pt>
                <c:pt idx="8">
                  <c:v>1</c:v>
                </c:pt>
              </c:numCache>
            </c:numRef>
          </c:val>
          <c:smooth val="0"/>
          <c:extLst>
            <c:ext xmlns:c16="http://schemas.microsoft.com/office/drawing/2014/chart" uri="{C3380CC4-5D6E-409C-BE32-E72D297353CC}">
              <c16:uniqueId val="{00000001-64E6-4126-9B93-B4CA2FD6B7BE}"/>
            </c:ext>
          </c:extLst>
        </c:ser>
        <c:dLbls>
          <c:showLegendKey val="0"/>
          <c:showVal val="0"/>
          <c:showCatName val="0"/>
          <c:showSerName val="0"/>
          <c:showPercent val="0"/>
          <c:showBubbleSize val="0"/>
        </c:dLbls>
        <c:marker val="1"/>
        <c:smooth val="0"/>
        <c:axId val="1077778815"/>
        <c:axId val="107776969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valAx>
        <c:axId val="1077769695"/>
        <c:scaling>
          <c:orientation val="minMax"/>
          <c:max val="1"/>
        </c:scaling>
        <c:delete val="0"/>
        <c:axPos val="r"/>
        <c:numFmt formatCode="0%" sourceLinked="1"/>
        <c:majorTickMark val="out"/>
        <c:minorTickMark val="none"/>
        <c:tickLblPos val="nextTo"/>
        <c:crossAx val="1077778815"/>
        <c:crosses val="max"/>
        <c:crossBetween val="between"/>
      </c:valAx>
      <c:catAx>
        <c:axId val="1077778815"/>
        <c:scaling>
          <c:orientation val="minMax"/>
        </c:scaling>
        <c:delete val="1"/>
        <c:axPos val="b"/>
        <c:numFmt formatCode="General" sourceLinked="1"/>
        <c:majorTickMark val="out"/>
        <c:minorTickMark val="none"/>
        <c:tickLblPos val="nextTo"/>
        <c:crossAx val="1077769695"/>
        <c:crosses val="autoZero"/>
        <c:auto val="1"/>
        <c:lblAlgn val="ctr"/>
        <c:lblOffset val="100"/>
        <c:noMultiLvlLbl val="0"/>
      </c:catAx>
    </c:plotArea>
    <c:plotVisOnly val="1"/>
    <c:dispBlanksAs val="gap"/>
    <c:showDLblsOverMax val="0"/>
    <c:extLst/>
  </c:chart>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Table!PivotTable3</c:name>
    <c:fmtId val="2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a:t>
            </a:r>
            <a:r>
              <a:rPr lang="en-US" baseline="0"/>
              <a:t> of fault code</a:t>
            </a:r>
            <a:endParaRPr lang="en-US"/>
          </a:p>
        </c:rich>
      </c:tx>
      <c:layout>
        <c:manualLayout>
          <c:xMode val="edge"/>
          <c:yMode val="edge"/>
          <c:x val="0.33422793203481144"/>
          <c:y val="2.3996997541016325E-2"/>
        </c:manualLayout>
      </c:layout>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Table'!$Q$6</c:f>
              <c:strCache>
                <c:ptCount val="1"/>
                <c:pt idx="0">
                  <c:v> Fault Code</c:v>
                </c:pt>
              </c:strCache>
            </c:strRef>
          </c:tx>
          <c:spPr>
            <a:solidFill>
              <a:schemeClr val="accent1"/>
            </a:solidFill>
            <a:ln>
              <a:noFill/>
            </a:ln>
            <a:effectLst/>
          </c:spPr>
          <c:invertIfNegative val="0"/>
          <c:cat>
            <c:strRef>
              <c:f>'Reporting Pivot Table'!$P$7:$P$13</c:f>
              <c:strCache>
                <c:ptCount val="6"/>
                <c:pt idx="0">
                  <c:v>MECHANISM</c:v>
                </c:pt>
                <c:pt idx="1">
                  <c:v>ELECTRICS</c:v>
                </c:pt>
                <c:pt idx="2">
                  <c:v>WRONGITEM</c:v>
                </c:pt>
                <c:pt idx="3">
                  <c:v>WOOD</c:v>
                </c:pt>
                <c:pt idx="4">
                  <c:v>FABRIC</c:v>
                </c:pt>
                <c:pt idx="5">
                  <c:v>UPHOLSTERY</c:v>
                </c:pt>
              </c:strCache>
            </c:strRef>
          </c:cat>
          <c:val>
            <c:numRef>
              <c:f>'Reporting Pivot Table'!$Q$7:$Q$13</c:f>
              <c:numCache>
                <c:formatCode>General</c:formatCode>
                <c:ptCount val="6"/>
                <c:pt idx="0">
                  <c:v>7</c:v>
                </c:pt>
                <c:pt idx="1">
                  <c:v>6</c:v>
                </c:pt>
                <c:pt idx="2">
                  <c:v>1</c:v>
                </c:pt>
                <c:pt idx="3">
                  <c:v>1</c:v>
                </c:pt>
                <c:pt idx="4">
                  <c:v>1</c:v>
                </c:pt>
                <c:pt idx="5">
                  <c:v>1</c:v>
                </c:pt>
              </c:numCache>
            </c:numRef>
          </c:val>
          <c:extLst>
            <c:ext xmlns:c16="http://schemas.microsoft.com/office/drawing/2014/chart" uri="{C3380CC4-5D6E-409C-BE32-E72D297353CC}">
              <c16:uniqueId val="{00000000-B372-4562-8B00-69D15801A56D}"/>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Pivot Table'!$R$6</c:f>
              <c:strCache>
                <c:ptCount val="1"/>
                <c:pt idx="0">
                  <c:v>Pareto</c:v>
                </c:pt>
              </c:strCache>
            </c:strRef>
          </c:tx>
          <c:spPr>
            <a:ln w="28575" cap="rnd">
              <a:solidFill>
                <a:schemeClr val="accent2"/>
              </a:solidFill>
              <a:round/>
            </a:ln>
            <a:effectLst/>
          </c:spPr>
          <c:marker>
            <c:symbol val="none"/>
          </c:marker>
          <c:cat>
            <c:strRef>
              <c:f>'Reporting Pivot Table'!$P$7:$P$13</c:f>
              <c:strCache>
                <c:ptCount val="6"/>
                <c:pt idx="0">
                  <c:v>MECHANISM</c:v>
                </c:pt>
                <c:pt idx="1">
                  <c:v>ELECTRICS</c:v>
                </c:pt>
                <c:pt idx="2">
                  <c:v>WRONGITEM</c:v>
                </c:pt>
                <c:pt idx="3">
                  <c:v>WOOD</c:v>
                </c:pt>
                <c:pt idx="4">
                  <c:v>FABRIC</c:v>
                </c:pt>
                <c:pt idx="5">
                  <c:v>UPHOLSTERY</c:v>
                </c:pt>
              </c:strCache>
            </c:strRef>
          </c:cat>
          <c:val>
            <c:numRef>
              <c:f>'Reporting Pivot Table'!$R$7:$R$13</c:f>
              <c:numCache>
                <c:formatCode>0%</c:formatCode>
                <c:ptCount val="6"/>
                <c:pt idx="0">
                  <c:v>0.41176470588235292</c:v>
                </c:pt>
                <c:pt idx="1">
                  <c:v>0.76470588235294112</c:v>
                </c:pt>
                <c:pt idx="2">
                  <c:v>0.82352941176470584</c:v>
                </c:pt>
                <c:pt idx="3">
                  <c:v>0.88235294117647056</c:v>
                </c:pt>
                <c:pt idx="4">
                  <c:v>0.94117647058823528</c:v>
                </c:pt>
                <c:pt idx="5">
                  <c:v>1</c:v>
                </c:pt>
              </c:numCache>
            </c:numRef>
          </c:val>
          <c:smooth val="0"/>
          <c:extLst>
            <c:ext xmlns:c16="http://schemas.microsoft.com/office/drawing/2014/chart" uri="{C3380CC4-5D6E-409C-BE32-E72D297353CC}">
              <c16:uniqueId val="{00000001-B372-4562-8B00-69D15801A56D}"/>
            </c:ext>
          </c:extLst>
        </c:ser>
        <c:dLbls>
          <c:showLegendKey val="0"/>
          <c:showVal val="0"/>
          <c:showCatName val="0"/>
          <c:showSerName val="0"/>
          <c:showPercent val="0"/>
          <c:showBubbleSize val="0"/>
        </c:dLbls>
        <c:marker val="1"/>
        <c:smooth val="0"/>
        <c:axId val="1077778815"/>
        <c:axId val="107776969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valAx>
        <c:axId val="1077769695"/>
        <c:scaling>
          <c:orientation val="minMax"/>
          <c:max val="1"/>
        </c:scaling>
        <c:delete val="0"/>
        <c:axPos val="r"/>
        <c:numFmt formatCode="0%" sourceLinked="1"/>
        <c:majorTickMark val="out"/>
        <c:minorTickMark val="none"/>
        <c:tickLblPos val="nextTo"/>
        <c:crossAx val="1077778815"/>
        <c:crosses val="max"/>
        <c:crossBetween val="between"/>
      </c:valAx>
      <c:catAx>
        <c:axId val="1077778815"/>
        <c:scaling>
          <c:orientation val="minMax"/>
        </c:scaling>
        <c:delete val="1"/>
        <c:axPos val="b"/>
        <c:numFmt formatCode="General" sourceLinked="1"/>
        <c:majorTickMark val="out"/>
        <c:minorTickMark val="none"/>
        <c:tickLblPos val="nextTo"/>
        <c:crossAx val="1077769695"/>
        <c:crosses val="autoZero"/>
        <c:auto val="1"/>
        <c:lblAlgn val="ctr"/>
        <c:lblOffset val="100"/>
        <c:noMultiLvlLbl val="0"/>
      </c:catAx>
    </c:plotArea>
    <c:plotVisOnly val="1"/>
    <c:dispBlanksAs val="gap"/>
    <c:showDLblsOverMax val="0"/>
    <c:extLst/>
  </c:chart>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Table!PivotTable6</c:name>
    <c:fmtId val="15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a:t>
            </a:r>
            <a:r>
              <a:rPr lang="en-US" baseline="0"/>
              <a:t> By Chair model</a:t>
            </a:r>
            <a:endParaRPr lang="en-US"/>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4"/>
        <c:marker>
          <c:symbol val="none"/>
        </c:marker>
        <c:dLbl>
          <c:idx val="0"/>
          <c:delete val="1"/>
          <c:extLst>
            <c:ext xmlns:c15="http://schemas.microsoft.com/office/drawing/2012/chart" uri="{CE6537A1-D6FC-4f65-9D91-7224C49458BB}"/>
          </c:extLst>
        </c:dLbl>
      </c:pivotFmt>
      <c:pivotFmt>
        <c:idx val="15"/>
        <c:marker>
          <c:symbol val="none"/>
        </c:marker>
        <c:dLbl>
          <c:idx val="0"/>
          <c:delete val="1"/>
          <c:extLst>
            <c:ext xmlns:c15="http://schemas.microsoft.com/office/drawing/2012/chart" uri="{CE6537A1-D6FC-4f65-9D91-7224C49458BB}"/>
          </c:extLst>
        </c:dLbl>
      </c:pivotFmt>
      <c:pivotFmt>
        <c:idx val="16"/>
        <c:marker>
          <c:symbol val="none"/>
        </c:marker>
        <c:dLbl>
          <c:idx val="0"/>
          <c:delete val="1"/>
          <c:extLst>
            <c:ext xmlns:c15="http://schemas.microsoft.com/office/drawing/2012/chart" uri="{CE6537A1-D6FC-4f65-9D91-7224C49458BB}"/>
          </c:extLst>
        </c:dLbl>
      </c:pivotFmt>
      <c:pivotFmt>
        <c:idx val="17"/>
        <c:marker>
          <c:symbol val="none"/>
        </c:marker>
        <c:dLbl>
          <c:idx val="0"/>
          <c:delete val="1"/>
          <c:extLst>
            <c:ext xmlns:c15="http://schemas.microsoft.com/office/drawing/2012/chart" uri="{CE6537A1-D6FC-4f65-9D91-7224C49458BB}"/>
          </c:extLst>
        </c:dLbl>
      </c:pivotFmt>
      <c:pivotFmt>
        <c:idx val="18"/>
        <c:marker>
          <c:symbol val="none"/>
        </c:marker>
        <c:dLbl>
          <c:idx val="0"/>
          <c:delete val="1"/>
          <c:extLst>
            <c:ext xmlns:c15="http://schemas.microsoft.com/office/drawing/2012/chart" uri="{CE6537A1-D6FC-4f65-9D91-7224C49458BB}"/>
          </c:extLst>
        </c:dLbl>
      </c:pivotFmt>
      <c:pivotFmt>
        <c:idx val="19"/>
        <c:marker>
          <c:symbol val="none"/>
        </c:marker>
        <c:dLbl>
          <c:idx val="0"/>
          <c:delete val="1"/>
          <c:extLst>
            <c:ext xmlns:c15="http://schemas.microsoft.com/office/drawing/2012/chart" uri="{CE6537A1-D6FC-4f65-9D91-7224C49458BB}"/>
          </c:extLst>
        </c:dLbl>
      </c:pivotFmt>
      <c:pivotFmt>
        <c:idx val="20"/>
        <c:marker>
          <c:symbol val="none"/>
        </c:marker>
        <c:dLbl>
          <c:idx val="0"/>
          <c:delete val="1"/>
          <c:extLst>
            <c:ext xmlns:c15="http://schemas.microsoft.com/office/drawing/2012/chart" uri="{CE6537A1-D6FC-4f65-9D91-7224C49458BB}"/>
          </c:extLst>
        </c:dLbl>
      </c:pivotFmt>
      <c:pivotFmt>
        <c:idx val="21"/>
        <c:marker>
          <c:symbol val="none"/>
        </c:marker>
        <c:dLbl>
          <c:idx val="0"/>
          <c:delete val="1"/>
          <c:extLst>
            <c:ext xmlns:c15="http://schemas.microsoft.com/office/drawing/2012/chart" uri="{CE6537A1-D6FC-4f65-9D91-7224C49458BB}"/>
          </c:extLst>
        </c:dLbl>
      </c:pivotFmt>
      <c:pivotFmt>
        <c:idx val="22"/>
        <c:marker>
          <c:symbol val="none"/>
        </c:marker>
        <c:dLbl>
          <c:idx val="0"/>
          <c:delete val="1"/>
          <c:extLst>
            <c:ext xmlns:c15="http://schemas.microsoft.com/office/drawing/2012/chart" uri="{CE6537A1-D6FC-4f65-9D91-7224C49458BB}"/>
          </c:extLst>
        </c:dLbl>
      </c:pivotFmt>
      <c:pivotFmt>
        <c:idx val="23"/>
        <c:marker>
          <c:symbol val="none"/>
        </c:marker>
        <c:dLbl>
          <c:idx val="0"/>
          <c:delete val="1"/>
          <c:extLst>
            <c:ext xmlns:c15="http://schemas.microsoft.com/office/drawing/2012/chart" uri="{CE6537A1-D6FC-4f65-9D91-7224C49458BB}"/>
          </c:extLst>
        </c:dLbl>
      </c:pivotFmt>
      <c:pivotFmt>
        <c:idx val="24"/>
        <c:marker>
          <c:symbol val="none"/>
        </c:marker>
        <c:dLbl>
          <c:idx val="0"/>
          <c:delete val="1"/>
          <c:extLst>
            <c:ext xmlns:c15="http://schemas.microsoft.com/office/drawing/2012/chart" uri="{CE6537A1-D6FC-4f65-9D91-7224C49458BB}"/>
          </c:extLst>
        </c:dLbl>
      </c:pivotFmt>
      <c:pivotFmt>
        <c:idx val="25"/>
        <c:marker>
          <c:symbol val="none"/>
        </c:marker>
        <c:dLbl>
          <c:idx val="0"/>
          <c:delete val="1"/>
          <c:extLst>
            <c:ext xmlns:c15="http://schemas.microsoft.com/office/drawing/2012/chart" uri="{CE6537A1-D6FC-4f65-9D91-7224C49458BB}"/>
          </c:extLst>
        </c:dLbl>
      </c:pivotFmt>
      <c:pivotFmt>
        <c:idx val="26"/>
        <c:marker>
          <c:symbol val="none"/>
        </c:marker>
        <c:dLbl>
          <c:idx val="0"/>
          <c:delete val="1"/>
          <c:extLst>
            <c:ext xmlns:c15="http://schemas.microsoft.com/office/drawing/2012/chart" uri="{CE6537A1-D6FC-4f65-9D91-7224C49458BB}"/>
          </c:extLst>
        </c:dLbl>
      </c:pivotFmt>
      <c:pivotFmt>
        <c:idx val="27"/>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5.6882517252366496E-2"/>
          <c:y val="0.12051545640128317"/>
          <c:w val="0.92436502514811214"/>
          <c:h val="0.750780965463683"/>
        </c:manualLayout>
      </c:layout>
      <c:barChart>
        <c:barDir val="col"/>
        <c:grouping val="clustered"/>
        <c:varyColors val="0"/>
        <c:ser>
          <c:idx val="0"/>
          <c:order val="0"/>
          <c:tx>
            <c:strRef>
              <c:f>'Reporting Pivot Table'!$M$51</c:f>
              <c:strCache>
                <c:ptCount val="1"/>
                <c:pt idx="0">
                  <c:v>Count of What is the Model name?</c:v>
                </c:pt>
              </c:strCache>
            </c:strRef>
          </c:tx>
          <c:invertIfNegative val="0"/>
          <c:cat>
            <c:strRef>
              <c:f>'Reporting Pivot Table'!$L$52:$L$57</c:f>
              <c:strCache>
                <c:ptCount val="5"/>
                <c:pt idx="0">
                  <c:v>Scroll Arm</c:v>
                </c:pt>
                <c:pt idx="1">
                  <c:v>Cotswold</c:v>
                </c:pt>
                <c:pt idx="2">
                  <c:v>Bexley</c:v>
                </c:pt>
                <c:pt idx="3">
                  <c:v>Lynton</c:v>
                </c:pt>
                <c:pt idx="4">
                  <c:v>ERGORISE</c:v>
                </c:pt>
              </c:strCache>
            </c:strRef>
          </c:cat>
          <c:val>
            <c:numRef>
              <c:f>'Reporting Pivot Table'!$M$52:$M$57</c:f>
              <c:numCache>
                <c:formatCode>General</c:formatCode>
                <c:ptCount val="5"/>
                <c:pt idx="0">
                  <c:v>88</c:v>
                </c:pt>
                <c:pt idx="1">
                  <c:v>56</c:v>
                </c:pt>
                <c:pt idx="2">
                  <c:v>40</c:v>
                </c:pt>
                <c:pt idx="3">
                  <c:v>27</c:v>
                </c:pt>
                <c:pt idx="4">
                  <c:v>22</c:v>
                </c:pt>
              </c:numCache>
            </c:numRef>
          </c:val>
          <c:extLst>
            <c:ext xmlns:c16="http://schemas.microsoft.com/office/drawing/2014/chart" uri="{C3380CC4-5D6E-409C-BE32-E72D297353CC}">
              <c16:uniqueId val="{00000000-00DF-4716-9AE1-63099126457E}"/>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Pivot Table'!$N$51</c:f>
              <c:strCache>
                <c:ptCount val="1"/>
                <c:pt idx="0">
                  <c:v>Pareto</c:v>
                </c:pt>
              </c:strCache>
            </c:strRef>
          </c:tx>
          <c:marker>
            <c:symbol val="none"/>
          </c:marker>
          <c:cat>
            <c:strRef>
              <c:f>'Reporting Pivot Table'!$L$52:$L$57</c:f>
              <c:strCache>
                <c:ptCount val="5"/>
                <c:pt idx="0">
                  <c:v>Scroll Arm</c:v>
                </c:pt>
                <c:pt idx="1">
                  <c:v>Cotswold</c:v>
                </c:pt>
                <c:pt idx="2">
                  <c:v>Bexley</c:v>
                </c:pt>
                <c:pt idx="3">
                  <c:v>Lynton</c:v>
                </c:pt>
                <c:pt idx="4">
                  <c:v>ERGORISE</c:v>
                </c:pt>
              </c:strCache>
            </c:strRef>
          </c:cat>
          <c:val>
            <c:numRef>
              <c:f>'Reporting Pivot Table'!$N$52:$N$57</c:f>
              <c:numCache>
                <c:formatCode>General</c:formatCode>
                <c:ptCount val="5"/>
                <c:pt idx="0">
                  <c:v>0.37768240343347642</c:v>
                </c:pt>
                <c:pt idx="1">
                  <c:v>0.61802575107296143</c:v>
                </c:pt>
                <c:pt idx="2">
                  <c:v>0.78969957081545061</c:v>
                </c:pt>
                <c:pt idx="3">
                  <c:v>0.90557939914163088</c:v>
                </c:pt>
                <c:pt idx="4">
                  <c:v>1</c:v>
                </c:pt>
              </c:numCache>
            </c:numRef>
          </c:val>
          <c:smooth val="0"/>
          <c:extLst>
            <c:ext xmlns:c16="http://schemas.microsoft.com/office/drawing/2014/chart" uri="{C3380CC4-5D6E-409C-BE32-E72D297353CC}">
              <c16:uniqueId val="{00000001-00DF-4716-9AE1-63099126457E}"/>
            </c:ext>
          </c:extLst>
        </c:ser>
        <c:dLbls>
          <c:showLegendKey val="0"/>
          <c:showVal val="0"/>
          <c:showCatName val="0"/>
          <c:showSerName val="0"/>
          <c:showPercent val="0"/>
          <c:showBubbleSize val="0"/>
        </c:dLbls>
        <c:marker val="1"/>
        <c:smooth val="0"/>
        <c:axId val="258043727"/>
        <c:axId val="258043247"/>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valAx>
        <c:axId val="258043247"/>
        <c:scaling>
          <c:orientation val="minMax"/>
          <c:max val="1"/>
        </c:scaling>
        <c:delete val="0"/>
        <c:axPos val="r"/>
        <c:numFmt formatCode="General" sourceLinked="1"/>
        <c:majorTickMark val="out"/>
        <c:minorTickMark val="none"/>
        <c:tickLblPos val="nextTo"/>
        <c:crossAx val="258043727"/>
        <c:crosses val="max"/>
        <c:crossBetween val="between"/>
      </c:valAx>
      <c:catAx>
        <c:axId val="258043727"/>
        <c:scaling>
          <c:orientation val="minMax"/>
        </c:scaling>
        <c:delete val="1"/>
        <c:axPos val="b"/>
        <c:numFmt formatCode="General" sourceLinked="1"/>
        <c:majorTickMark val="out"/>
        <c:minorTickMark val="none"/>
        <c:tickLblPos val="nextTo"/>
        <c:crossAx val="258043247"/>
        <c:crosses val="autoZero"/>
        <c:auto val="1"/>
        <c:lblAlgn val="ctr"/>
        <c:lblOffset val="100"/>
        <c:noMultiLvlLbl val="0"/>
      </c:catAx>
    </c:plotArea>
    <c:plotVisOnly val="1"/>
    <c:dispBlanksAs val="gap"/>
    <c:showDLblsOverMax val="0"/>
    <c:extLst/>
  </c:chart>
  <c:txPr>
    <a:bodyPr/>
    <a:lstStyle/>
    <a:p>
      <a:pPr>
        <a:defRPr/>
      </a:pPr>
      <a:endParaRPr lang="en-US"/>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Table!PivotTable7</c:name>
    <c:fmtId val="15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a:t>
            </a:r>
            <a:r>
              <a:rPr lang="en-US" baseline="0"/>
              <a:t> By Team</a:t>
            </a:r>
            <a:endParaRPr lang="en-US"/>
          </a:p>
        </c:rich>
      </c:tx>
      <c:overlay val="0"/>
      <c:spPr>
        <a:noFill/>
        <a:ln>
          <a:noFill/>
        </a:ln>
        <a:effectLst/>
      </c:spPr>
    </c:title>
    <c:autoTitleDeleted val="0"/>
    <c:pivotFmts>
      <c:pivotFmt>
        <c:idx val="0"/>
        <c:spPr>
          <a:solidFill>
            <a:schemeClr val="accent1"/>
          </a:solidFill>
          <a:ln>
            <a:noFill/>
          </a:ln>
          <a:effectLst/>
        </c:spPr>
      </c:pivotFmt>
      <c:pivotFmt>
        <c:idx val="1"/>
        <c:spPr>
          <a:ln w="28575" cap="rnd">
            <a:solidFill>
              <a:schemeClr val="accent2"/>
            </a:solidFill>
            <a:round/>
          </a:ln>
          <a:effectLst/>
        </c:spPr>
      </c:pivotFmt>
      <c:pivotFmt>
        <c:idx val="2"/>
        <c:spPr>
          <a:solidFill>
            <a:schemeClr val="accent1"/>
          </a:solidFill>
          <a:ln>
            <a:noFill/>
          </a:ln>
          <a:effectLst/>
        </c:spPr>
      </c:pivotFmt>
      <c:pivotFmt>
        <c:idx val="3"/>
        <c:spPr>
          <a:ln w="28575" cap="rnd">
            <a:solidFill>
              <a:schemeClr val="accent2"/>
            </a:solidFill>
            <a:round/>
          </a:ln>
          <a:effectLst/>
        </c:spPr>
      </c:pivotFmt>
      <c:pivotFmt>
        <c:idx val="4"/>
        <c:spPr>
          <a:solidFill>
            <a:schemeClr val="accent1"/>
          </a:solidFill>
          <a:ln>
            <a:noFill/>
          </a:ln>
          <a:effectLst/>
        </c:spPr>
      </c:pivotFmt>
      <c:pivotFmt>
        <c:idx val="5"/>
        <c:spPr>
          <a:ln w="28575" cap="rnd">
            <a:solidFill>
              <a:schemeClr val="accent2"/>
            </a:solidFill>
            <a:round/>
          </a:ln>
          <a:effectLst/>
        </c:spPr>
      </c:pivotFmt>
      <c:pivotFmt>
        <c:idx val="6"/>
        <c:spPr>
          <a:solidFill>
            <a:schemeClr val="accent1"/>
          </a:solidFill>
          <a:ln>
            <a:noFill/>
          </a:ln>
          <a:effectLst/>
        </c:spPr>
      </c:pivotFmt>
      <c:pivotFmt>
        <c:idx val="7"/>
        <c:spPr>
          <a:ln w="28575" cap="rnd">
            <a:solidFill>
              <a:schemeClr val="accent2"/>
            </a:solidFill>
            <a:round/>
          </a:ln>
          <a:effectLst/>
        </c:spPr>
      </c:pivotFmt>
      <c:pivotFmt>
        <c:idx val="8"/>
        <c:spPr>
          <a:solidFill>
            <a:schemeClr val="accent1"/>
          </a:solidFill>
          <a:ln>
            <a:noFill/>
          </a:ln>
          <a:effectLst/>
        </c:spPr>
      </c:pivotFmt>
      <c:pivotFmt>
        <c:idx val="9"/>
        <c:spPr>
          <a:ln w="28575" cap="rnd">
            <a:solidFill>
              <a:schemeClr val="accent2"/>
            </a:solidFill>
            <a:round/>
          </a:ln>
          <a:effectLst/>
        </c:spPr>
      </c:pivotFmt>
      <c:pivotFmt>
        <c:idx val="10"/>
        <c:spPr>
          <a:solidFill>
            <a:schemeClr val="accent1"/>
          </a:solidFill>
          <a:ln>
            <a:noFill/>
          </a:ln>
          <a:effectLst/>
        </c:spPr>
      </c:pivotFmt>
      <c:pivotFmt>
        <c:idx val="11"/>
        <c:spPr>
          <a:ln w="28575" cap="rnd">
            <a:solidFill>
              <a:schemeClr val="accent2"/>
            </a:solidFill>
            <a:round/>
          </a:ln>
          <a:effectLst/>
        </c:spPr>
      </c:pivotFmt>
      <c:pivotFmt>
        <c:idx val="12"/>
        <c:spPr>
          <a:solidFill>
            <a:schemeClr val="accent1"/>
          </a:solidFill>
          <a:ln>
            <a:noFill/>
          </a:ln>
          <a:effectLst/>
        </c:spPr>
      </c:pivotFmt>
      <c:pivotFmt>
        <c:idx val="13"/>
        <c:spPr>
          <a:ln w="28575" cap="rnd">
            <a:solidFill>
              <a:schemeClr val="accent2"/>
            </a:solidFill>
            <a:round/>
          </a:ln>
          <a:effectLst/>
        </c:spPr>
      </c:pivotFmt>
      <c:pivotFmt>
        <c:idx val="14"/>
        <c:spPr>
          <a:solidFill>
            <a:schemeClr val="accent1"/>
          </a:solidFill>
          <a:ln>
            <a:noFill/>
          </a:ln>
          <a:effectLst/>
        </c:spPr>
      </c:pivotFmt>
      <c:pivotFmt>
        <c:idx val="15"/>
        <c:spPr>
          <a:ln w="28575" cap="rnd">
            <a:solidFill>
              <a:schemeClr val="accent2"/>
            </a:solidFill>
            <a:round/>
          </a:ln>
          <a:effectLst/>
        </c:spPr>
      </c:pivotFmt>
      <c:pivotFmt>
        <c:idx val="16"/>
        <c:spPr>
          <a:solidFill>
            <a:schemeClr val="accent1"/>
          </a:solidFill>
          <a:ln>
            <a:noFill/>
          </a:ln>
          <a:effectLst/>
        </c:spPr>
      </c:pivotFmt>
      <c:pivotFmt>
        <c:idx val="17"/>
        <c:spPr>
          <a:ln w="28575" cap="rnd">
            <a:solidFill>
              <a:schemeClr val="accent2"/>
            </a:solidFill>
            <a:round/>
          </a:ln>
          <a:effectLst/>
        </c:spPr>
      </c:pivotFmt>
      <c:pivotFmt>
        <c:idx val="18"/>
        <c:spPr>
          <a:solidFill>
            <a:schemeClr val="accent1"/>
          </a:solidFill>
          <a:ln>
            <a:noFill/>
          </a:ln>
          <a:effectLst/>
        </c:spPr>
      </c:pivotFmt>
      <c:pivotFmt>
        <c:idx val="19"/>
        <c:spPr>
          <a:ln w="28575" cap="rnd">
            <a:solidFill>
              <a:schemeClr val="accent2"/>
            </a:solidFill>
            <a:round/>
          </a:ln>
          <a:effectLst/>
        </c:spPr>
      </c:pivotFmt>
      <c:pivotFmt>
        <c:idx val="20"/>
        <c:spPr>
          <a:solidFill>
            <a:schemeClr val="accent1"/>
          </a:solidFill>
          <a:ln>
            <a:noFill/>
          </a:ln>
          <a:effectLst/>
        </c:spPr>
      </c:pivotFmt>
      <c:pivotFmt>
        <c:idx val="21"/>
        <c:spPr>
          <a:ln w="28575" cap="rnd">
            <a:solidFill>
              <a:schemeClr val="accent2"/>
            </a:solidFill>
            <a:round/>
          </a:ln>
          <a:effectLst/>
        </c:spPr>
      </c:pivotFmt>
      <c:pivotFmt>
        <c:idx val="2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Table'!$C$85</c:f>
              <c:strCache>
                <c:ptCount val="1"/>
                <c:pt idx="0">
                  <c:v>Count of Source</c:v>
                </c:pt>
              </c:strCache>
            </c:strRef>
          </c:tx>
          <c:spPr>
            <a:solidFill>
              <a:schemeClr val="accent1"/>
            </a:solidFill>
            <a:ln>
              <a:noFill/>
            </a:ln>
            <a:effectLst/>
          </c:spPr>
          <c:invertIfNegative val="0"/>
          <c:cat>
            <c:strRef>
              <c:f>'Reporting Pivot Table'!$B$86:$B$91</c:f>
              <c:strCache>
                <c:ptCount val="5"/>
                <c:pt idx="0">
                  <c:v>Woodmill errors</c:v>
                </c:pt>
                <c:pt idx="1">
                  <c:v>Upholstery Errors</c:v>
                </c:pt>
                <c:pt idx="2">
                  <c:v>Admin errors</c:v>
                </c:pt>
                <c:pt idx="3">
                  <c:v>Cutting Errors</c:v>
                </c:pt>
                <c:pt idx="4">
                  <c:v>Sewing Errors</c:v>
                </c:pt>
              </c:strCache>
            </c:strRef>
          </c:cat>
          <c:val>
            <c:numRef>
              <c:f>'Reporting Pivot Table'!$C$86:$C$91</c:f>
              <c:numCache>
                <c:formatCode>General</c:formatCode>
                <c:ptCount val="5"/>
                <c:pt idx="0">
                  <c:v>94</c:v>
                </c:pt>
                <c:pt idx="1">
                  <c:v>78</c:v>
                </c:pt>
                <c:pt idx="2">
                  <c:v>71</c:v>
                </c:pt>
                <c:pt idx="3">
                  <c:v>49</c:v>
                </c:pt>
                <c:pt idx="4">
                  <c:v>44</c:v>
                </c:pt>
              </c:numCache>
            </c:numRef>
          </c:val>
          <c:extLst>
            <c:ext xmlns:c16="http://schemas.microsoft.com/office/drawing/2014/chart" uri="{C3380CC4-5D6E-409C-BE32-E72D297353CC}">
              <c16:uniqueId val="{00000000-77AE-42BA-89DC-9750F2BFE11D}"/>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Pivot Table'!$D$85</c:f>
              <c:strCache>
                <c:ptCount val="1"/>
                <c:pt idx="0">
                  <c:v>Pareto</c:v>
                </c:pt>
              </c:strCache>
            </c:strRef>
          </c:tx>
          <c:spPr>
            <a:ln w="28575" cap="rnd">
              <a:solidFill>
                <a:schemeClr val="accent2"/>
              </a:solidFill>
              <a:round/>
            </a:ln>
            <a:effectLst/>
          </c:spPr>
          <c:marker>
            <c:symbol val="none"/>
          </c:marker>
          <c:cat>
            <c:strRef>
              <c:f>'Reporting Pivot Table'!$B$86:$B$91</c:f>
              <c:strCache>
                <c:ptCount val="5"/>
                <c:pt idx="0">
                  <c:v>Woodmill errors</c:v>
                </c:pt>
                <c:pt idx="1">
                  <c:v>Upholstery Errors</c:v>
                </c:pt>
                <c:pt idx="2">
                  <c:v>Admin errors</c:v>
                </c:pt>
                <c:pt idx="3">
                  <c:v>Cutting Errors</c:v>
                </c:pt>
                <c:pt idx="4">
                  <c:v>Sewing Errors</c:v>
                </c:pt>
              </c:strCache>
            </c:strRef>
          </c:cat>
          <c:val>
            <c:numRef>
              <c:f>'Reporting Pivot Table'!$D$86:$D$91</c:f>
              <c:numCache>
                <c:formatCode>General</c:formatCode>
                <c:ptCount val="5"/>
                <c:pt idx="0">
                  <c:v>0.27976190476190477</c:v>
                </c:pt>
                <c:pt idx="1">
                  <c:v>0.51190476190476186</c:v>
                </c:pt>
                <c:pt idx="2">
                  <c:v>0.7232142857142857</c:v>
                </c:pt>
                <c:pt idx="3">
                  <c:v>0.86904761904761907</c:v>
                </c:pt>
                <c:pt idx="4">
                  <c:v>1</c:v>
                </c:pt>
              </c:numCache>
            </c:numRef>
          </c:val>
          <c:smooth val="0"/>
          <c:extLst>
            <c:ext xmlns:c16="http://schemas.microsoft.com/office/drawing/2014/chart" uri="{C3380CC4-5D6E-409C-BE32-E72D297353CC}">
              <c16:uniqueId val="{00000001-77AE-42BA-89DC-9750F2BFE11D}"/>
            </c:ext>
          </c:extLst>
        </c:ser>
        <c:dLbls>
          <c:showLegendKey val="0"/>
          <c:showVal val="0"/>
          <c:showCatName val="0"/>
          <c:showSerName val="0"/>
          <c:showPercent val="0"/>
          <c:showBubbleSize val="0"/>
        </c:dLbls>
        <c:marker val="1"/>
        <c:smooth val="0"/>
        <c:axId val="1077778815"/>
        <c:axId val="107776969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valAx>
        <c:axId val="1077769695"/>
        <c:scaling>
          <c:orientation val="minMax"/>
          <c:max val="1"/>
        </c:scaling>
        <c:delete val="0"/>
        <c:axPos val="r"/>
        <c:numFmt formatCode="General" sourceLinked="1"/>
        <c:majorTickMark val="out"/>
        <c:minorTickMark val="none"/>
        <c:tickLblPos val="nextTo"/>
        <c:crossAx val="1077778815"/>
        <c:crosses val="max"/>
        <c:crossBetween val="between"/>
      </c:valAx>
      <c:catAx>
        <c:axId val="1077778815"/>
        <c:scaling>
          <c:orientation val="minMax"/>
        </c:scaling>
        <c:delete val="1"/>
        <c:axPos val="b"/>
        <c:numFmt formatCode="General" sourceLinked="1"/>
        <c:majorTickMark val="out"/>
        <c:minorTickMark val="none"/>
        <c:tickLblPos val="nextTo"/>
        <c:crossAx val="1077769695"/>
        <c:crosses val="autoZero"/>
        <c:auto val="1"/>
        <c:lblAlgn val="ctr"/>
        <c:lblOffset val="100"/>
        <c:noMultiLvlLbl val="0"/>
      </c:catAx>
    </c:plotArea>
    <c:plotVisOnly val="1"/>
    <c:dispBlanksAs val="gap"/>
    <c:showDLblsOverMax val="0"/>
    <c:extLst/>
  </c:chart>
  <c:txPr>
    <a:bodyPr/>
    <a:lstStyle/>
    <a:p>
      <a:pPr>
        <a:defRPr/>
      </a:pPr>
      <a:endParaRPr lang="en-US"/>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Internal Faults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2026'!$B$6</c:f>
              <c:strCache>
                <c:ptCount val="1"/>
                <c:pt idx="0">
                  <c:v>Quality issues (#)</c:v>
                </c:pt>
              </c:strCache>
            </c:strRef>
          </c:tx>
          <c:spPr>
            <a:solidFill>
              <a:schemeClr val="accent1"/>
            </a:solidFill>
            <a:ln>
              <a:noFill/>
            </a:ln>
            <a:effectLst/>
          </c:spPr>
          <c:invertIfNegative val="0"/>
          <c:cat>
            <c:strRef>
              <c:f>'Reporting 2026'!$L$3:$S$3</c:f>
              <c:strCache>
                <c:ptCount val="8"/>
                <c:pt idx="0">
                  <c:v>Week 10</c:v>
                </c:pt>
                <c:pt idx="1">
                  <c:v>Week 11</c:v>
                </c:pt>
                <c:pt idx="2">
                  <c:v>Week 12</c:v>
                </c:pt>
                <c:pt idx="3">
                  <c:v>Week 13</c:v>
                </c:pt>
                <c:pt idx="4">
                  <c:v>Week 14</c:v>
                </c:pt>
                <c:pt idx="5">
                  <c:v>Week 15</c:v>
                </c:pt>
                <c:pt idx="6">
                  <c:v>Week 16</c:v>
                </c:pt>
                <c:pt idx="7">
                  <c:v>Week 17</c:v>
                </c:pt>
              </c:strCache>
              <c:extLst/>
            </c:strRef>
          </c:cat>
          <c:val>
            <c:numRef>
              <c:f>'Reporting 2026'!$L$6:$S$6</c:f>
              <c:numCache>
                <c:formatCode>General</c:formatCode>
                <c:ptCount val="8"/>
                <c:pt idx="0">
                  <c:v>79</c:v>
                </c:pt>
                <c:pt idx="1">
                  <c:v>140</c:v>
                </c:pt>
                <c:pt idx="2">
                  <c:v>89</c:v>
                </c:pt>
                <c:pt idx="3">
                  <c:v>56</c:v>
                </c:pt>
                <c:pt idx="4">
                  <c:v>46</c:v>
                </c:pt>
                <c:pt idx="5">
                  <c:v>42</c:v>
                </c:pt>
                <c:pt idx="6">
                  <c:v>58</c:v>
                </c:pt>
                <c:pt idx="7">
                  <c:v>65</c:v>
                </c:pt>
              </c:numCache>
              <c:extLst/>
            </c:numRef>
          </c:val>
          <c:extLst>
            <c:ext xmlns:c16="http://schemas.microsoft.com/office/drawing/2014/chart" uri="{C3380CC4-5D6E-409C-BE32-E72D297353CC}">
              <c16:uniqueId val="{00000000-8ADE-4ACF-B092-72474D12C28F}"/>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2026'!$B$7</c:f>
              <c:strCache>
                <c:ptCount val="1"/>
                <c:pt idx="0">
                  <c:v>Target</c:v>
                </c:pt>
              </c:strCache>
            </c:strRef>
          </c:tx>
          <c:spPr>
            <a:ln w="28575" cap="rnd">
              <a:solidFill>
                <a:schemeClr val="accent2"/>
              </a:solidFill>
              <a:round/>
            </a:ln>
            <a:effectLst/>
          </c:spPr>
          <c:marker>
            <c:symbol val="none"/>
          </c:marker>
          <c:cat>
            <c:strRef>
              <c:f>'Reporting 2026'!$L$3:$S$3</c:f>
              <c:strCache>
                <c:ptCount val="8"/>
                <c:pt idx="0">
                  <c:v>Week 10</c:v>
                </c:pt>
                <c:pt idx="1">
                  <c:v>Week 11</c:v>
                </c:pt>
                <c:pt idx="2">
                  <c:v>Week 12</c:v>
                </c:pt>
                <c:pt idx="3">
                  <c:v>Week 13</c:v>
                </c:pt>
                <c:pt idx="4">
                  <c:v>Week 14</c:v>
                </c:pt>
                <c:pt idx="5">
                  <c:v>Week 15</c:v>
                </c:pt>
                <c:pt idx="6">
                  <c:v>Week 16</c:v>
                </c:pt>
                <c:pt idx="7">
                  <c:v>Week 17</c:v>
                </c:pt>
              </c:strCache>
              <c:extLst/>
            </c:strRef>
          </c:cat>
          <c:val>
            <c:numRef>
              <c:f>'Reporting 2026'!$L$7:$S$7</c:f>
              <c:numCache>
                <c:formatCode>General</c:formatCode>
                <c:ptCount val="8"/>
                <c:pt idx="0">
                  <c:v>95</c:v>
                </c:pt>
                <c:pt idx="1">
                  <c:v>95</c:v>
                </c:pt>
                <c:pt idx="2">
                  <c:v>95</c:v>
                </c:pt>
                <c:pt idx="3">
                  <c:v>95</c:v>
                </c:pt>
                <c:pt idx="4">
                  <c:v>95</c:v>
                </c:pt>
                <c:pt idx="5">
                  <c:v>95</c:v>
                </c:pt>
                <c:pt idx="6">
                  <c:v>95</c:v>
                </c:pt>
                <c:pt idx="7">
                  <c:v>95</c:v>
                </c:pt>
              </c:numCache>
              <c:extLst/>
            </c:numRef>
          </c:val>
          <c:smooth val="0"/>
          <c:extLst>
            <c:ext xmlns:c16="http://schemas.microsoft.com/office/drawing/2014/chart" uri="{C3380CC4-5D6E-409C-BE32-E72D297353CC}">
              <c16:uniqueId val="{00000001-8ADE-4ACF-B092-72474D12C28F}"/>
            </c:ext>
          </c:extLst>
        </c:ser>
        <c:dLbls>
          <c:showLegendKey val="0"/>
          <c:showVal val="0"/>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Table!PivotTable8</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KPI - Analysis</a:t>
            </a:r>
            <a:r>
              <a:rPr lang="en-US" baseline="0"/>
              <a:t> By Part Number</a:t>
            </a:r>
            <a:endParaRPr lang="en-US"/>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9"/>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1"/>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Table'!$T$48</c:f>
              <c:strCache>
                <c:ptCount val="1"/>
                <c:pt idx="0">
                  <c:v>Total</c:v>
                </c:pt>
              </c:strCache>
            </c:strRef>
          </c:tx>
          <c:spPr>
            <a:solidFill>
              <a:schemeClr val="accent1"/>
            </a:solidFill>
            <a:ln>
              <a:noFill/>
            </a:ln>
            <a:effectLst/>
          </c:spPr>
          <c:invertIfNegative val="0"/>
          <c:cat>
            <c:strRef>
              <c:f>'Reporting Pivot Table'!$S$49:$S$50</c:f>
              <c:strCache>
                <c:ptCount val="1"/>
                <c:pt idx="0">
                  <c:v>(blank)</c:v>
                </c:pt>
              </c:strCache>
            </c:strRef>
          </c:cat>
          <c:val>
            <c:numRef>
              <c:f>'Reporting Pivot Table'!$T$49:$T$50</c:f>
              <c:numCache>
                <c:formatCode>General</c:formatCode>
                <c:ptCount val="1"/>
              </c:numCache>
            </c:numRef>
          </c:val>
          <c:extLst>
            <c:ext xmlns:c16="http://schemas.microsoft.com/office/drawing/2014/chart" uri="{C3380CC4-5D6E-409C-BE32-E72D297353CC}">
              <c16:uniqueId val="{00000000-E1B4-421C-9E45-E27474244D6D}"/>
            </c:ext>
          </c:extLst>
        </c:ser>
        <c:dLbls>
          <c:showLegendKey val="0"/>
          <c:showVal val="0"/>
          <c:showCatName val="0"/>
          <c:showSerName val="0"/>
          <c:showPercent val="0"/>
          <c:showBubbleSize val="0"/>
        </c:dLbls>
        <c:gapWidth val="150"/>
        <c:axId val="1243466815"/>
        <c:axId val="1243468255"/>
      </c:barChart>
      <c:catAx>
        <c:axId val="1243466815"/>
        <c:scaling>
          <c:orientation val="minMax"/>
        </c:scaling>
        <c:delete val="1"/>
        <c:axPos val="b"/>
        <c:numFmt formatCode="General" sourceLinked="1"/>
        <c:majorTickMark val="none"/>
        <c:minorTickMark val="none"/>
        <c:tickLblPos val="nextTo"/>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plotArea>
    <c:plotVisOnly val="1"/>
    <c:dispBlanksAs val="gap"/>
    <c:showDLblsOverMax val="0"/>
    <c:extLst/>
  </c:chart>
  <c:txPr>
    <a:bodyPr/>
    <a:lstStyle/>
    <a:p>
      <a:pPr>
        <a:defRPr/>
      </a:pPr>
      <a:endParaRPr lang="en-US"/>
    </a:p>
  </c:tx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Table!PivotTable9</c:name>
    <c:fmtId val="25"/>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GB" b="0" dirty="0"/>
              <a:t>Analysis of theme / fault code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'Reporting Pivot Table'!$Z$50</c:f>
              <c:strCache>
                <c:ptCount val="1"/>
                <c:pt idx="0">
                  <c:v>Total</c:v>
                </c:pt>
              </c:strCache>
            </c:strRef>
          </c:tx>
          <c:spPr>
            <a:solidFill>
              <a:schemeClr val="accent1"/>
            </a:solidFill>
            <a:ln>
              <a:noFill/>
            </a:ln>
            <a:effectLst/>
          </c:spPr>
          <c:invertIfNegative val="0"/>
          <c:cat>
            <c:strRef>
              <c:f>'Reporting Pivot Table'!$Y$51:$Y$52</c:f>
              <c:strCache>
                <c:ptCount val="1"/>
                <c:pt idx="0">
                  <c:v>(blank)</c:v>
                </c:pt>
              </c:strCache>
            </c:strRef>
          </c:cat>
          <c:val>
            <c:numRef>
              <c:f>'Reporting Pivot Table'!$Z$51:$Z$52</c:f>
              <c:numCache>
                <c:formatCode>General</c:formatCode>
                <c:ptCount val="1"/>
              </c:numCache>
            </c:numRef>
          </c:val>
          <c:extLst>
            <c:ext xmlns:c16="http://schemas.microsoft.com/office/drawing/2014/chart" uri="{C3380CC4-5D6E-409C-BE32-E72D297353CC}">
              <c16:uniqueId val="{00000000-4046-47C1-BFA4-7ACE182EEBF6}"/>
            </c:ext>
          </c:extLst>
        </c:ser>
        <c:dLbls>
          <c:showLegendKey val="0"/>
          <c:showVal val="0"/>
          <c:showCatName val="0"/>
          <c:showSerName val="0"/>
          <c:showPercent val="0"/>
          <c:showBubbleSize val="0"/>
        </c:dLbls>
        <c:gapWidth val="219"/>
        <c:overlap val="-27"/>
        <c:axId val="304441935"/>
        <c:axId val="304441455"/>
      </c:barChart>
      <c:catAx>
        <c:axId val="304441935"/>
        <c:scaling>
          <c:orientation val="minMax"/>
        </c:scaling>
        <c:delete val="1"/>
        <c:axPos val="b"/>
        <c:numFmt formatCode="General" sourceLinked="1"/>
        <c:majorTickMark val="none"/>
        <c:minorTickMark val="none"/>
        <c:tickLblPos val="nextTo"/>
        <c:crossAx val="304441455"/>
        <c:crosses val="autoZero"/>
        <c:auto val="1"/>
        <c:lblAlgn val="ctr"/>
        <c:lblOffset val="100"/>
        <c:noMultiLvlLbl val="0"/>
      </c:catAx>
      <c:valAx>
        <c:axId val="30444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04441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Concession raised by week</a:t>
            </a:r>
          </a:p>
        </c:rich>
      </c:tx>
      <c:layout>
        <c:manualLayout>
          <c:xMode val="edge"/>
          <c:yMode val="edge"/>
          <c:x val="0.26148699602801961"/>
          <c:y val="2.81026506479099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2026'!$B$37</c:f>
              <c:strCache>
                <c:ptCount val="1"/>
                <c:pt idx="0">
                  <c:v>Concesions</c:v>
                </c:pt>
              </c:strCache>
            </c:strRef>
          </c:tx>
          <c:spPr>
            <a:solidFill>
              <a:schemeClr val="accent1"/>
            </a:solidFill>
            <a:ln>
              <a:noFill/>
            </a:ln>
            <a:effectLst/>
          </c:spPr>
          <c:invertIfNegative val="0"/>
          <c:cat>
            <c:strRef>
              <c:f>'Reporting 2026'!$K$3:$S$3</c:f>
              <c:strCache>
                <c:ptCount val="9"/>
                <c:pt idx="0">
                  <c:v>Week 9</c:v>
                </c:pt>
                <c:pt idx="1">
                  <c:v>Week 10</c:v>
                </c:pt>
                <c:pt idx="2">
                  <c:v>Week 11</c:v>
                </c:pt>
                <c:pt idx="3">
                  <c:v>Week 12</c:v>
                </c:pt>
                <c:pt idx="4">
                  <c:v>Week 13</c:v>
                </c:pt>
                <c:pt idx="5">
                  <c:v>Week 14</c:v>
                </c:pt>
                <c:pt idx="6">
                  <c:v>Week 15</c:v>
                </c:pt>
                <c:pt idx="7">
                  <c:v>Week 16</c:v>
                </c:pt>
                <c:pt idx="8">
                  <c:v>Week 17</c:v>
                </c:pt>
              </c:strCache>
              <c:extLst/>
            </c:strRef>
          </c:cat>
          <c:val>
            <c:numRef>
              <c:f>'Reporting 2026'!$K$37:$S$37</c:f>
              <c:numCache>
                <c:formatCode>General</c:formatCode>
                <c:ptCount val="9"/>
                <c:pt idx="0">
                  <c:v>0</c:v>
                </c:pt>
                <c:pt idx="1">
                  <c:v>0</c:v>
                </c:pt>
                <c:pt idx="2">
                  <c:v>0</c:v>
                </c:pt>
                <c:pt idx="3">
                  <c:v>0</c:v>
                </c:pt>
                <c:pt idx="4">
                  <c:v>0</c:v>
                </c:pt>
                <c:pt idx="5">
                  <c:v>0</c:v>
                </c:pt>
                <c:pt idx="6">
                  <c:v>0</c:v>
                </c:pt>
                <c:pt idx="7">
                  <c:v>2</c:v>
                </c:pt>
                <c:pt idx="8">
                  <c:v>0</c:v>
                </c:pt>
              </c:numCache>
              <c:extLst/>
            </c:numRef>
          </c:val>
          <c:extLst>
            <c:ext xmlns:c16="http://schemas.microsoft.com/office/drawing/2014/chart" uri="{C3380CC4-5D6E-409C-BE32-E72D297353CC}">
              <c16:uniqueId val="{00000000-55CE-4BF2-9B63-D292B7234CBF}"/>
            </c:ext>
          </c:extLst>
        </c:ser>
        <c:dLbls>
          <c:showLegendKey val="0"/>
          <c:showVal val="0"/>
          <c:showCatName val="0"/>
          <c:showSerName val="0"/>
          <c:showPercent val="0"/>
          <c:showBubbleSize val="0"/>
        </c:dLbls>
        <c:gapWidth val="150"/>
        <c:axId val="1243466815"/>
        <c:axId val="1243468255"/>
      </c:bar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Table!PivotTable10</c:name>
    <c:fmtId val="10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0" dirty="0"/>
              <a:t>KPI – Analysis by Part Category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'Reporting Pivot Table'!$V$88</c:f>
              <c:strCache>
                <c:ptCount val="1"/>
                <c:pt idx="0">
                  <c:v>Count of Material</c:v>
                </c:pt>
              </c:strCache>
            </c:strRef>
          </c:tx>
          <c:spPr>
            <a:solidFill>
              <a:schemeClr val="accent1"/>
            </a:solidFill>
            <a:ln>
              <a:noFill/>
            </a:ln>
            <a:effectLst/>
          </c:spPr>
          <c:invertIfNegative val="0"/>
          <c:cat>
            <c:strRef>
              <c:f>'Reporting Pivot Table'!$U$89:$U$91</c:f>
              <c:strCache>
                <c:ptCount val="2"/>
                <c:pt idx="0">
                  <c:v>Mechanism</c:v>
                </c:pt>
                <c:pt idx="1">
                  <c:v>Fabric</c:v>
                </c:pt>
              </c:strCache>
            </c:strRef>
          </c:cat>
          <c:val>
            <c:numRef>
              <c:f>'Reporting Pivot Table'!$V$89:$V$91</c:f>
              <c:numCache>
                <c:formatCode>General</c:formatCode>
                <c:ptCount val="2"/>
                <c:pt idx="0">
                  <c:v>5</c:v>
                </c:pt>
                <c:pt idx="1">
                  <c:v>1</c:v>
                </c:pt>
              </c:numCache>
            </c:numRef>
          </c:val>
          <c:extLst>
            <c:ext xmlns:c16="http://schemas.microsoft.com/office/drawing/2014/chart" uri="{C3380CC4-5D6E-409C-BE32-E72D297353CC}">
              <c16:uniqueId val="{00000000-476A-4709-AE95-8590BCCFE663}"/>
            </c:ext>
          </c:extLst>
        </c:ser>
        <c:dLbls>
          <c:showLegendKey val="0"/>
          <c:showVal val="0"/>
          <c:showCatName val="0"/>
          <c:showSerName val="0"/>
          <c:showPercent val="0"/>
          <c:showBubbleSize val="0"/>
        </c:dLbls>
        <c:gapWidth val="219"/>
        <c:overlap val="-27"/>
        <c:axId val="797633792"/>
        <c:axId val="797628512"/>
      </c:barChart>
      <c:lineChart>
        <c:grouping val="standard"/>
        <c:varyColors val="0"/>
        <c:ser>
          <c:idx val="1"/>
          <c:order val="1"/>
          <c:tx>
            <c:strRef>
              <c:f>'Reporting Pivot Table'!$W$88</c:f>
              <c:strCache>
                <c:ptCount val="1"/>
                <c:pt idx="0">
                  <c:v>Pareto</c:v>
                </c:pt>
              </c:strCache>
            </c:strRef>
          </c:tx>
          <c:spPr>
            <a:ln w="28575" cap="rnd">
              <a:solidFill>
                <a:schemeClr val="accent2"/>
              </a:solidFill>
              <a:round/>
            </a:ln>
            <a:effectLst/>
          </c:spPr>
          <c:marker>
            <c:symbol val="none"/>
          </c:marker>
          <c:cat>
            <c:strRef>
              <c:f>'Reporting Pivot Table'!$U$89:$U$91</c:f>
              <c:strCache>
                <c:ptCount val="2"/>
                <c:pt idx="0">
                  <c:v>Mechanism</c:v>
                </c:pt>
                <c:pt idx="1">
                  <c:v>Fabric</c:v>
                </c:pt>
              </c:strCache>
            </c:strRef>
          </c:cat>
          <c:val>
            <c:numRef>
              <c:f>'Reporting Pivot Table'!$W$89:$W$91</c:f>
              <c:numCache>
                <c:formatCode>0%</c:formatCode>
                <c:ptCount val="2"/>
                <c:pt idx="0">
                  <c:v>0.83333333333333337</c:v>
                </c:pt>
                <c:pt idx="1">
                  <c:v>1</c:v>
                </c:pt>
              </c:numCache>
            </c:numRef>
          </c:val>
          <c:smooth val="0"/>
          <c:extLst>
            <c:ext xmlns:c16="http://schemas.microsoft.com/office/drawing/2014/chart" uri="{C3380CC4-5D6E-409C-BE32-E72D297353CC}">
              <c16:uniqueId val="{00000001-476A-4709-AE95-8590BCCFE663}"/>
            </c:ext>
          </c:extLst>
        </c:ser>
        <c:dLbls>
          <c:showLegendKey val="0"/>
          <c:showVal val="0"/>
          <c:showCatName val="0"/>
          <c:showSerName val="0"/>
          <c:showPercent val="0"/>
          <c:showBubbleSize val="0"/>
        </c:dLbls>
        <c:marker val="1"/>
        <c:smooth val="0"/>
        <c:axId val="259208783"/>
        <c:axId val="259199663"/>
      </c:lineChart>
      <c:catAx>
        <c:axId val="797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7628512"/>
        <c:crosses val="autoZero"/>
        <c:auto val="1"/>
        <c:lblAlgn val="ctr"/>
        <c:lblOffset val="100"/>
        <c:noMultiLvlLbl val="0"/>
      </c:catAx>
      <c:valAx>
        <c:axId val="797628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7633792"/>
        <c:crosses val="autoZero"/>
        <c:crossBetween val="between"/>
      </c:valAx>
      <c:valAx>
        <c:axId val="259199663"/>
        <c:scaling>
          <c:orientation val="minMax"/>
          <c:max val="1"/>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9208783"/>
        <c:crosses val="max"/>
        <c:crossBetween val="between"/>
      </c:valAx>
      <c:catAx>
        <c:axId val="259208783"/>
        <c:scaling>
          <c:orientation val="minMax"/>
        </c:scaling>
        <c:delete val="1"/>
        <c:axPos val="b"/>
        <c:numFmt formatCode="General" sourceLinked="1"/>
        <c:majorTickMark val="out"/>
        <c:minorTickMark val="none"/>
        <c:tickLblPos val="nextTo"/>
        <c:crossAx val="259199663"/>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SCAR's</a:t>
            </a:r>
            <a:r>
              <a:rPr lang="en-US" baseline="0"/>
              <a:t> raised per week</a:t>
            </a:r>
            <a:endParaRPr lang="en-US"/>
          </a:p>
        </c:rich>
      </c:tx>
      <c:layout>
        <c:manualLayout>
          <c:xMode val="edge"/>
          <c:yMode val="edge"/>
          <c:x val="0.26148699602801961"/>
          <c:y val="2.81026506479099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2026'!$B$36</c:f>
              <c:strCache>
                <c:ptCount val="1"/>
                <c:pt idx="0">
                  <c:v>Supplier Issues</c:v>
                </c:pt>
              </c:strCache>
            </c:strRef>
          </c:tx>
          <c:spPr>
            <a:solidFill>
              <a:schemeClr val="accent1"/>
            </a:solidFill>
            <a:ln>
              <a:noFill/>
            </a:ln>
            <a:effectLst/>
          </c:spPr>
          <c:invertIfNegative val="0"/>
          <c:cat>
            <c:strRef>
              <c:f>'Reporting 2026'!$K$3:$S$3</c:f>
              <c:strCache>
                <c:ptCount val="9"/>
                <c:pt idx="0">
                  <c:v>Week 9</c:v>
                </c:pt>
                <c:pt idx="1">
                  <c:v>Week 10</c:v>
                </c:pt>
                <c:pt idx="2">
                  <c:v>Week 11</c:v>
                </c:pt>
                <c:pt idx="3">
                  <c:v>Week 12</c:v>
                </c:pt>
                <c:pt idx="4">
                  <c:v>Week 13</c:v>
                </c:pt>
                <c:pt idx="5">
                  <c:v>Week 14</c:v>
                </c:pt>
                <c:pt idx="6">
                  <c:v>Week 15</c:v>
                </c:pt>
                <c:pt idx="7">
                  <c:v>Week 16</c:v>
                </c:pt>
                <c:pt idx="8">
                  <c:v>Week 17</c:v>
                </c:pt>
              </c:strCache>
              <c:extLst/>
            </c:strRef>
          </c:cat>
          <c:val>
            <c:numRef>
              <c:f>'Reporting 2026'!$K$36:$S$36</c:f>
              <c:numCache>
                <c:formatCode>General</c:formatCode>
                <c:ptCount val="9"/>
                <c:pt idx="0">
                  <c:v>0</c:v>
                </c:pt>
                <c:pt idx="1">
                  <c:v>0</c:v>
                </c:pt>
                <c:pt idx="2">
                  <c:v>1</c:v>
                </c:pt>
                <c:pt idx="3">
                  <c:v>0</c:v>
                </c:pt>
                <c:pt idx="4">
                  <c:v>1</c:v>
                </c:pt>
                <c:pt idx="5">
                  <c:v>0</c:v>
                </c:pt>
                <c:pt idx="6">
                  <c:v>0</c:v>
                </c:pt>
                <c:pt idx="7">
                  <c:v>3</c:v>
                </c:pt>
                <c:pt idx="8">
                  <c:v>0</c:v>
                </c:pt>
              </c:numCache>
              <c:extLst/>
            </c:numRef>
          </c:val>
          <c:extLst>
            <c:ext xmlns:c16="http://schemas.microsoft.com/office/drawing/2014/chart" uri="{C3380CC4-5D6E-409C-BE32-E72D297353CC}">
              <c16:uniqueId val="{00000000-75D2-407D-99B2-4BD3C13D6056}"/>
            </c:ext>
          </c:extLst>
        </c:ser>
        <c:dLbls>
          <c:showLegendKey val="0"/>
          <c:showVal val="0"/>
          <c:showCatName val="0"/>
          <c:showSerName val="0"/>
          <c:showPercent val="0"/>
          <c:showBubbleSize val="0"/>
        </c:dLbls>
        <c:gapWidth val="150"/>
        <c:axId val="1243466815"/>
        <c:axId val="1243468255"/>
      </c:bar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dirty="0">
                <a:solidFill>
                  <a:srgbClr val="5B5B5B">
                    <a:lumMod val="65000"/>
                    <a:lumOff val="35000"/>
                  </a:srgbClr>
                </a:solidFill>
              </a:rPr>
              <a:t>Concession CoPQ [£]</a:t>
            </a:r>
          </a:p>
        </c:rich>
      </c:tx>
      <c:layout>
        <c:manualLayout>
          <c:xMode val="edge"/>
          <c:yMode val="edge"/>
          <c:x val="0.2102437195350581"/>
          <c:y val="3.524229074889868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2026'!$B$30</c:f>
              <c:strCache>
                <c:ptCount val="1"/>
                <c:pt idx="0">
                  <c:v>Cost of Concesion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'Reporting 2026'!$P$3:$S$3</c:f>
              <c:strCache>
                <c:ptCount val="4"/>
                <c:pt idx="0">
                  <c:v>Week 14</c:v>
                </c:pt>
                <c:pt idx="1">
                  <c:v>Week 15</c:v>
                </c:pt>
                <c:pt idx="2">
                  <c:v>Week 16</c:v>
                </c:pt>
                <c:pt idx="3">
                  <c:v>Week 17</c:v>
                </c:pt>
              </c:strCache>
              <c:extLst/>
            </c:strRef>
          </c:cat>
          <c:val>
            <c:numRef>
              <c:f>'Reporting 2026'!$P$30:$S$30</c:f>
              <c:numCache>
                <c:formatCode>"£"#,##0.00</c:formatCode>
                <c:ptCount val="4"/>
                <c:pt idx="0">
                  <c:v>0</c:v>
                </c:pt>
                <c:pt idx="1">
                  <c:v>0</c:v>
                </c:pt>
                <c:pt idx="2">
                  <c:v>1000</c:v>
                </c:pt>
                <c:pt idx="3">
                  <c:v>0</c:v>
                </c:pt>
              </c:numCache>
              <c:extLst/>
            </c:numRef>
          </c:val>
          <c:extLst>
            <c:ext xmlns:c16="http://schemas.microsoft.com/office/drawing/2014/chart" uri="{C3380CC4-5D6E-409C-BE32-E72D297353CC}">
              <c16:uniqueId val="{00000000-92D8-43D1-9D24-BD3C312EE741}"/>
            </c:ext>
          </c:extLst>
        </c:ser>
        <c:dLbls>
          <c:dLblPos val="outEnd"/>
          <c:showLegendKey val="0"/>
          <c:showVal val="1"/>
          <c:showCatName val="0"/>
          <c:showSerName val="0"/>
          <c:showPercent val="0"/>
          <c:showBubbleSize val="0"/>
        </c:dLbls>
        <c:gapWidth val="150"/>
        <c:axId val="1243466815"/>
        <c:axId val="1243468255"/>
      </c:barChart>
      <c:lineChart>
        <c:grouping val="standard"/>
        <c:varyColors val="0"/>
        <c:ser>
          <c:idx val="1"/>
          <c:order val="1"/>
          <c:tx>
            <c:strRef>
              <c:f>'Reporting 2026'!$B$7</c:f>
              <c:strCache>
                <c:ptCount val="1"/>
                <c:pt idx="0">
                  <c:v>Target</c:v>
                </c:pt>
              </c:strCache>
            </c:strRef>
          </c:tx>
          <c:spPr>
            <a:ln w="28575" cap="rnd">
              <a:solidFill>
                <a:schemeClr val="accent2"/>
              </a:solidFill>
              <a:round/>
            </a:ln>
            <a:effectLst/>
          </c:spPr>
          <c:marker>
            <c:symbol val="none"/>
          </c:marker>
          <c:dLbls>
            <c:delete val="1"/>
          </c:dLbls>
          <c:cat>
            <c:strRef>
              <c:f>'Reporting 2026'!$P$3:$S$3</c:f>
              <c:strCache>
                <c:ptCount val="4"/>
                <c:pt idx="0">
                  <c:v>Week 14</c:v>
                </c:pt>
                <c:pt idx="1">
                  <c:v>Week 15</c:v>
                </c:pt>
                <c:pt idx="2">
                  <c:v>Week 16</c:v>
                </c:pt>
                <c:pt idx="3">
                  <c:v>Week 17</c:v>
                </c:pt>
              </c:strCache>
              <c:extLst/>
            </c:strRef>
          </c:cat>
          <c:val>
            <c:numRef>
              <c:f>'Reporting 2026'!$P$31:$S$31</c:f>
              <c:numCache>
                <c:formatCode>"£"#,##0.00</c:formatCode>
                <c:ptCount val="4"/>
                <c:pt idx="0">
                  <c:v>500</c:v>
                </c:pt>
                <c:pt idx="1">
                  <c:v>500</c:v>
                </c:pt>
                <c:pt idx="2">
                  <c:v>500</c:v>
                </c:pt>
                <c:pt idx="3">
                  <c:v>500</c:v>
                </c:pt>
              </c:numCache>
              <c:extLst/>
            </c:numRef>
          </c:val>
          <c:smooth val="0"/>
          <c:extLst>
            <c:ext xmlns:c16="http://schemas.microsoft.com/office/drawing/2014/chart" uri="{C3380CC4-5D6E-409C-BE32-E72D297353CC}">
              <c16:uniqueId val="{00000001-92D8-43D1-9D24-BD3C312EE741}"/>
            </c:ext>
          </c:extLst>
        </c:ser>
        <c:dLbls>
          <c:showLegendKey val="0"/>
          <c:showVal val="1"/>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85000"/>
        </a:schemeClr>
      </a:solidFill>
      <a:round/>
    </a:ln>
    <a:effectLst/>
  </c:spPr>
  <c:txPr>
    <a:bodyPr/>
    <a:lstStyle/>
    <a:p>
      <a:pPr>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dirty="0">
                <a:solidFill>
                  <a:srgbClr val="5B5B5B">
                    <a:lumMod val="65000"/>
                    <a:lumOff val="35000"/>
                  </a:srgbClr>
                </a:solidFill>
              </a:rPr>
              <a:t>Rework CoPQ [£]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2026'!$B$28</c:f>
              <c:strCache>
                <c:ptCount val="1"/>
                <c:pt idx="0">
                  <c:v>Cost Of Rework</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'Reporting 2026'!$P$3:$S$3</c:f>
              <c:strCache>
                <c:ptCount val="4"/>
                <c:pt idx="0">
                  <c:v>Week 14</c:v>
                </c:pt>
                <c:pt idx="1">
                  <c:v>Week 15</c:v>
                </c:pt>
                <c:pt idx="2">
                  <c:v>Week 16</c:v>
                </c:pt>
                <c:pt idx="3">
                  <c:v>Week 17</c:v>
                </c:pt>
              </c:strCache>
              <c:extLst/>
            </c:strRef>
          </c:cat>
          <c:val>
            <c:numRef>
              <c:f>'Reporting 2026'!$P$33:$S$33</c:f>
              <c:numCache>
                <c:formatCode>"£"#,##0.00</c:formatCode>
                <c:ptCount val="4"/>
                <c:pt idx="0">
                  <c:v>3000</c:v>
                </c:pt>
                <c:pt idx="1">
                  <c:v>2500</c:v>
                </c:pt>
                <c:pt idx="2">
                  <c:v>2000</c:v>
                </c:pt>
                <c:pt idx="3">
                  <c:v>0</c:v>
                </c:pt>
              </c:numCache>
              <c:extLst/>
            </c:numRef>
          </c:val>
          <c:extLst>
            <c:ext xmlns:c16="http://schemas.microsoft.com/office/drawing/2014/chart" uri="{C3380CC4-5D6E-409C-BE32-E72D297353CC}">
              <c16:uniqueId val="{00000000-BEE9-4521-8B17-D4749272211D}"/>
            </c:ext>
          </c:extLst>
        </c:ser>
        <c:dLbls>
          <c:dLblPos val="outEnd"/>
          <c:showLegendKey val="0"/>
          <c:showVal val="1"/>
          <c:showCatName val="0"/>
          <c:showSerName val="0"/>
          <c:showPercent val="0"/>
          <c:showBubbleSize val="0"/>
        </c:dLbls>
        <c:gapWidth val="150"/>
        <c:axId val="1243466815"/>
        <c:axId val="1243468255"/>
      </c:barChart>
      <c:lineChart>
        <c:grouping val="standard"/>
        <c:varyColors val="0"/>
        <c:ser>
          <c:idx val="1"/>
          <c:order val="1"/>
          <c:tx>
            <c:strRef>
              <c:f>'Reporting 2026'!$B$7</c:f>
              <c:strCache>
                <c:ptCount val="1"/>
                <c:pt idx="0">
                  <c:v>Target</c:v>
                </c:pt>
              </c:strCache>
            </c:strRef>
          </c:tx>
          <c:spPr>
            <a:ln w="28575" cap="rnd">
              <a:solidFill>
                <a:schemeClr val="accent2"/>
              </a:solidFill>
              <a:round/>
            </a:ln>
            <a:effectLst/>
          </c:spPr>
          <c:marker>
            <c:symbol val="none"/>
          </c:marker>
          <c:dLbls>
            <c:delete val="1"/>
          </c:dLbls>
          <c:cat>
            <c:strRef>
              <c:f>'Reporting 2026'!$P$3:$S$3</c:f>
              <c:strCache>
                <c:ptCount val="4"/>
                <c:pt idx="0">
                  <c:v>Week 14</c:v>
                </c:pt>
                <c:pt idx="1">
                  <c:v>Week 15</c:v>
                </c:pt>
                <c:pt idx="2">
                  <c:v>Week 16</c:v>
                </c:pt>
                <c:pt idx="3">
                  <c:v>Week 17</c:v>
                </c:pt>
              </c:strCache>
              <c:extLst/>
            </c:strRef>
          </c:cat>
          <c:val>
            <c:numRef>
              <c:f>'Reporting 2026'!$P$38:$S$38</c:f>
              <c:numCache>
                <c:formatCode>"£"#,##0.00</c:formatCode>
                <c:ptCount val="4"/>
                <c:pt idx="0">
                  <c:v>8500</c:v>
                </c:pt>
                <c:pt idx="1">
                  <c:v>8500</c:v>
                </c:pt>
                <c:pt idx="2">
                  <c:v>8500</c:v>
                </c:pt>
                <c:pt idx="3">
                  <c:v>8500</c:v>
                </c:pt>
              </c:numCache>
              <c:extLst/>
            </c:numRef>
          </c:val>
          <c:smooth val="0"/>
          <c:extLst>
            <c:ext xmlns:c16="http://schemas.microsoft.com/office/drawing/2014/chart" uri="{C3380CC4-5D6E-409C-BE32-E72D297353CC}">
              <c16:uniqueId val="{00000001-BEE9-4521-8B17-D4749272211D}"/>
            </c:ext>
          </c:extLst>
        </c:ser>
        <c:dLbls>
          <c:showLegendKey val="0"/>
          <c:showVal val="1"/>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Red]&quot;£&quot;#,##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85000"/>
        </a:schemeClr>
      </a:solidFill>
      <a:round/>
    </a:ln>
    <a:effectLst/>
  </c:spPr>
  <c:txPr>
    <a:bodyPr/>
    <a:lstStyle/>
    <a:p>
      <a:pPr>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dirty="0">
                <a:solidFill>
                  <a:srgbClr val="5B5B5B">
                    <a:lumMod val="65000"/>
                    <a:lumOff val="35000"/>
                  </a:srgbClr>
                </a:solidFill>
              </a:rPr>
              <a:t>Scrap CoPQ [£]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2026'!$B$26</c:f>
              <c:strCache>
                <c:ptCount val="1"/>
                <c:pt idx="0">
                  <c:v>Cost Of Scrap</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'Reporting 2026'!$P$3:$S$3</c:f>
              <c:strCache>
                <c:ptCount val="4"/>
                <c:pt idx="0">
                  <c:v>Week 14</c:v>
                </c:pt>
                <c:pt idx="1">
                  <c:v>Week 15</c:v>
                </c:pt>
                <c:pt idx="2">
                  <c:v>Week 16</c:v>
                </c:pt>
                <c:pt idx="3">
                  <c:v>Week 17</c:v>
                </c:pt>
              </c:strCache>
              <c:extLst/>
            </c:strRef>
          </c:cat>
          <c:val>
            <c:numRef>
              <c:f>'Reporting 2026'!$P$35:$S$35</c:f>
              <c:numCache>
                <c:formatCode>"£"#,##0.00</c:formatCode>
                <c:ptCount val="4"/>
                <c:pt idx="0">
                  <c:v>0</c:v>
                </c:pt>
                <c:pt idx="1">
                  <c:v>0</c:v>
                </c:pt>
                <c:pt idx="2">
                  <c:v>500</c:v>
                </c:pt>
                <c:pt idx="3">
                  <c:v>0</c:v>
                </c:pt>
              </c:numCache>
              <c:extLst/>
            </c:numRef>
          </c:val>
          <c:extLst>
            <c:ext xmlns:c16="http://schemas.microsoft.com/office/drawing/2014/chart" uri="{C3380CC4-5D6E-409C-BE32-E72D297353CC}">
              <c16:uniqueId val="{00000000-72A9-40ED-B0EB-907AABF1D032}"/>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2026'!$B$7</c:f>
              <c:strCache>
                <c:ptCount val="1"/>
                <c:pt idx="0">
                  <c:v>Target</c:v>
                </c:pt>
              </c:strCache>
            </c:strRef>
          </c:tx>
          <c:spPr>
            <a:ln w="28575" cap="rnd">
              <a:solidFill>
                <a:schemeClr val="accent2"/>
              </a:solidFill>
              <a:round/>
            </a:ln>
            <a:effectLst/>
          </c:spPr>
          <c:marker>
            <c:symbol val="none"/>
          </c:marker>
          <c:cat>
            <c:strRef>
              <c:f>'Reporting 2026'!$P$3:$S$3</c:f>
              <c:strCache>
                <c:ptCount val="4"/>
                <c:pt idx="0">
                  <c:v>Week 14</c:v>
                </c:pt>
                <c:pt idx="1">
                  <c:v>Week 15</c:v>
                </c:pt>
                <c:pt idx="2">
                  <c:v>Week 16</c:v>
                </c:pt>
                <c:pt idx="3">
                  <c:v>Week 17</c:v>
                </c:pt>
              </c:strCache>
              <c:extLst/>
            </c:strRef>
          </c:cat>
          <c:val>
            <c:numRef>
              <c:f>'Reporting 2026'!$P$38:$S$38</c:f>
              <c:numCache>
                <c:formatCode>"£"#,##0.00</c:formatCode>
                <c:ptCount val="4"/>
                <c:pt idx="0">
                  <c:v>8500</c:v>
                </c:pt>
                <c:pt idx="1">
                  <c:v>8500</c:v>
                </c:pt>
                <c:pt idx="2">
                  <c:v>8500</c:v>
                </c:pt>
                <c:pt idx="3">
                  <c:v>8500</c:v>
                </c:pt>
              </c:numCache>
              <c:extLst/>
            </c:numRef>
          </c:val>
          <c:smooth val="0"/>
          <c:extLst>
            <c:ext xmlns:c16="http://schemas.microsoft.com/office/drawing/2014/chart" uri="{C3380CC4-5D6E-409C-BE32-E72D297353CC}">
              <c16:uniqueId val="{00000001-72A9-40ED-B0EB-907AABF1D032}"/>
            </c:ext>
          </c:extLst>
        </c:ser>
        <c:dLbls>
          <c:showLegendKey val="0"/>
          <c:showVal val="0"/>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majorUnit val="2000"/>
        <c:minorUnit val="4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85000"/>
        </a:schemeClr>
      </a:solidFill>
      <a:round/>
    </a:ln>
    <a:effectLst/>
  </c:spPr>
  <c:txPr>
    <a:bodyPr/>
    <a:lstStyle/>
    <a:p>
      <a:pPr>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[Repose Main Dashboard Main.xlsm]Overall-Elementspivot!PivotTable2</c:name>
    <c:fmtId val="6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a:t>Top 5 Overall Compliance</a:t>
            </a:r>
            <a:r>
              <a:rPr lang="en-US" sz="1400" baseline="0"/>
              <a:t> check findings by 'Element' </a:t>
            </a:r>
            <a:endParaRPr lang="en-US" sz="1400"/>
          </a:p>
        </c:rich>
      </c:tx>
      <c:layout>
        <c:manualLayout>
          <c:xMode val="edge"/>
          <c:yMode val="edge"/>
          <c:x val="0.16116922655800478"/>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33581814797988985"/>
          <c:y val="0.13281928565097936"/>
          <c:w val="0.63559116978723484"/>
          <c:h val="0.70082923702272659"/>
        </c:manualLayout>
      </c:layout>
      <c:barChart>
        <c:barDir val="bar"/>
        <c:grouping val="clustered"/>
        <c:varyColors val="0"/>
        <c:ser>
          <c:idx val="0"/>
          <c:order val="0"/>
          <c:tx>
            <c:strRef>
              <c:f>'Overall-Elementspivot'!$B$6</c:f>
              <c:strCache>
                <c:ptCount val="1"/>
                <c:pt idx="0">
                  <c:v>Total</c:v>
                </c:pt>
              </c:strCache>
            </c:strRef>
          </c:tx>
          <c:spPr>
            <a:solidFill>
              <a:srgbClr val="15608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'Overall-Elementspivot'!$A$7:$A$13</c:f>
              <c:strCache>
                <c:ptCount val="6"/>
                <c:pt idx="0">
                  <c:v>Non-Conformance</c:v>
                </c:pt>
                <c:pt idx="1">
                  <c:v>Environment &amp; Housekeeping</c:v>
                </c:pt>
                <c:pt idx="2">
                  <c:v>Handling &amp; Material Protection</c:v>
                </c:pt>
                <c:pt idx="3">
                  <c:v>technical Instruction</c:v>
                </c:pt>
                <c:pt idx="4">
                  <c:v>Training</c:v>
                </c:pt>
                <c:pt idx="5">
                  <c:v>Execution of Operation</c:v>
                </c:pt>
              </c:strCache>
            </c:strRef>
          </c:cat>
          <c:val>
            <c:numRef>
              <c:f>'Overall-Elementspivot'!$B$7:$B$13</c:f>
              <c:numCache>
                <c:formatCode>General</c:formatCode>
                <c:ptCount val="6"/>
                <c:pt idx="0">
                  <c:v>53</c:v>
                </c:pt>
                <c:pt idx="1">
                  <c:v>38</c:v>
                </c:pt>
                <c:pt idx="2">
                  <c:v>33</c:v>
                </c:pt>
                <c:pt idx="3">
                  <c:v>24</c:v>
                </c:pt>
                <c:pt idx="4">
                  <c:v>13</c:v>
                </c:pt>
                <c:pt idx="5">
                  <c:v>13</c:v>
                </c:pt>
              </c:numCache>
            </c:numRef>
          </c:val>
          <c:extLst>
            <c:ext xmlns:c16="http://schemas.microsoft.com/office/drawing/2014/chart" uri="{C3380CC4-5D6E-409C-BE32-E72D297353CC}">
              <c16:uniqueId val="{00000000-0E9E-46BD-B751-EC0B95C93C48}"/>
            </c:ext>
          </c:extLst>
        </c:ser>
        <c:dLbls>
          <c:dLblPos val="outEnd"/>
          <c:showLegendKey val="0"/>
          <c:showVal val="1"/>
          <c:showCatName val="0"/>
          <c:showSerName val="0"/>
          <c:showPercent val="0"/>
          <c:showBubbleSize val="0"/>
        </c:dLbls>
        <c:gapWidth val="219"/>
        <c:axId val="136421760"/>
        <c:axId val="136424832"/>
      </c:barChart>
      <c:catAx>
        <c:axId val="13642176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424832"/>
        <c:crosses val="autoZero"/>
        <c:auto val="1"/>
        <c:lblAlgn val="ctr"/>
        <c:lblOffset val="100"/>
        <c:noMultiLvlLbl val="0"/>
      </c:catAx>
      <c:valAx>
        <c:axId val="1364248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4217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[Repose Main Dashboard Main.xlsm]Overall-SubElementspivot!PivotTable2</c:name>
    <c:fmtId val="1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300"/>
              <a:t>Compliance</a:t>
            </a:r>
            <a:r>
              <a:rPr lang="en-US" sz="1300" baseline="0"/>
              <a:t> check finding by Sub-Element</a:t>
            </a:r>
            <a:endParaRPr lang="en-US" sz="1300"/>
          </a:p>
        </c:rich>
      </c:tx>
      <c:layout>
        <c:manualLayout>
          <c:xMode val="edge"/>
          <c:yMode val="edge"/>
          <c:x val="0.32042855726674546"/>
          <c:y val="2.238328607358306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852943688364405"/>
          <c:y val="0.16371775688916002"/>
          <c:w val="0.85084555369675408"/>
          <c:h val="0.62077652039392095"/>
        </c:manualLayout>
      </c:layout>
      <c:barChart>
        <c:barDir val="col"/>
        <c:grouping val="clustered"/>
        <c:varyColors val="0"/>
        <c:ser>
          <c:idx val="0"/>
          <c:order val="0"/>
          <c:tx>
            <c:strRef>
              <c:f>'Overall-SubElementspivot'!$B$6</c:f>
              <c:strCache>
                <c:ptCount val="1"/>
                <c:pt idx="0">
                  <c:v>Total</c:v>
                </c:pt>
              </c:strCache>
            </c:strRef>
          </c:tx>
          <c:spPr>
            <a:solidFill>
              <a:srgbClr val="15608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'Overall-SubElementspivot'!$A$7:$A$12</c:f>
              <c:strCache>
                <c:ptCount val="5"/>
                <c:pt idx="0">
                  <c:v>Part Sentencing</c:v>
                </c:pt>
                <c:pt idx="1">
                  <c:v>Labels &amp; Process Awareness</c:v>
                </c:pt>
                <c:pt idx="2">
                  <c:v>Segregation</c:v>
                </c:pt>
                <c:pt idx="3">
                  <c:v>NC Management</c:v>
                </c:pt>
                <c:pt idx="4">
                  <c:v>Storage </c:v>
                </c:pt>
              </c:strCache>
            </c:strRef>
          </c:cat>
          <c:val>
            <c:numRef>
              <c:f>'Overall-SubElementspivot'!$B$7:$B$12</c:f>
              <c:numCache>
                <c:formatCode>General</c:formatCode>
                <c:ptCount val="5"/>
                <c:pt idx="0">
                  <c:v>18</c:v>
                </c:pt>
                <c:pt idx="1">
                  <c:v>14</c:v>
                </c:pt>
                <c:pt idx="2">
                  <c:v>14</c:v>
                </c:pt>
                <c:pt idx="3">
                  <c:v>13</c:v>
                </c:pt>
                <c:pt idx="4">
                  <c:v>10</c:v>
                </c:pt>
              </c:numCache>
            </c:numRef>
          </c:val>
          <c:extLst>
            <c:ext xmlns:c16="http://schemas.microsoft.com/office/drawing/2014/chart" uri="{C3380CC4-5D6E-409C-BE32-E72D297353CC}">
              <c16:uniqueId val="{00000000-83DB-47EA-A945-4F949DBFC3F7}"/>
            </c:ext>
          </c:extLst>
        </c:ser>
        <c:dLbls>
          <c:showLegendKey val="0"/>
          <c:showVal val="0"/>
          <c:showCatName val="0"/>
          <c:showSerName val="0"/>
          <c:showPercent val="0"/>
          <c:showBubbleSize val="0"/>
        </c:dLbls>
        <c:gapWidth val="219"/>
        <c:overlap val="-27"/>
        <c:axId val="136686592"/>
        <c:axId val="136467584"/>
      </c:barChart>
      <c:catAx>
        <c:axId val="136686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467584"/>
        <c:crosses val="autoZero"/>
        <c:auto val="1"/>
        <c:lblAlgn val="ctr"/>
        <c:lblOffset val="100"/>
        <c:noMultiLvlLbl val="0"/>
      </c:catAx>
      <c:valAx>
        <c:axId val="1364675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865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[Repose Main Dashboard Main.xlsm]Overall-MonthlyStatuspivot!PivotTable2</c:name>
    <c:fmtId val="8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Compliance</a:t>
            </a:r>
            <a:r>
              <a:rPr lang="en-US" baseline="0"/>
              <a:t> check performance - Open Status -  days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pivotFmt>
      <c:pivotFmt>
        <c:idx val="11"/>
        <c:spPr>
          <a:solidFill>
            <a:schemeClr val="accent1"/>
          </a:solidFill>
          <a:ln>
            <a:noFill/>
          </a:ln>
          <a:effectLst/>
        </c:spPr>
        <c:marker>
          <c:symbol val="none"/>
        </c:marker>
      </c:pivotFmt>
      <c:pivotFmt>
        <c:idx val="12"/>
        <c:spPr>
          <a:solidFill>
            <a:schemeClr val="accent1"/>
          </a:solidFill>
          <a:ln>
            <a:noFill/>
          </a:ln>
          <a:effectLst/>
        </c:spPr>
        <c:marker>
          <c:symbol val="none"/>
        </c:marker>
      </c:pivotFmt>
      <c:pivotFmt>
        <c:idx val="13"/>
        <c:spPr>
          <a:solidFill>
            <a:schemeClr val="accent1"/>
          </a:solidFill>
          <a:ln>
            <a:noFill/>
          </a:ln>
          <a:effectLst/>
        </c:spPr>
        <c:marker>
          <c:symbol val="none"/>
        </c:marker>
      </c:pivotFmt>
      <c:pivotFmt>
        <c:idx val="14"/>
        <c:spPr>
          <a:solidFill>
            <a:schemeClr val="accent1"/>
          </a:solidFill>
          <a:ln>
            <a:noFill/>
          </a:ln>
          <a:effectLst/>
        </c:spPr>
        <c:marker>
          <c:symbol val="none"/>
        </c:marker>
      </c:pivotFmt>
      <c:pivotFmt>
        <c:idx val="15"/>
        <c:spPr>
          <a:solidFill>
            <a:schemeClr val="accent1"/>
          </a:solidFill>
          <a:ln>
            <a:noFill/>
          </a:ln>
          <a:effectLst/>
        </c:spPr>
        <c:marker>
          <c:symbol val="none"/>
        </c:marker>
      </c:pivotFmt>
      <c:pivotFmt>
        <c:idx val="16"/>
        <c:spPr>
          <a:solidFill>
            <a:schemeClr val="accent1"/>
          </a:solidFill>
          <a:ln>
            <a:noFill/>
          </a:ln>
          <a:effectLst/>
        </c:spPr>
        <c:marker>
          <c:symbol val="none"/>
        </c:marker>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pivotFmt>
      <c:pivotFmt>
        <c:idx val="20"/>
        <c:spPr>
          <a:solidFill>
            <a:schemeClr val="accent1"/>
          </a:solidFill>
          <a:ln>
            <a:noFill/>
          </a:ln>
          <a:effectLst/>
        </c:spPr>
        <c:marker>
          <c:symbol val="none"/>
        </c:marker>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pivotFmt>
      <c:pivotFmt>
        <c:idx val="25"/>
        <c:spPr>
          <a:solidFill>
            <a:schemeClr val="accent1"/>
          </a:solidFill>
          <a:ln>
            <a:noFill/>
          </a:ln>
          <a:effectLst/>
        </c:spPr>
        <c:marker>
          <c:symbol val="none"/>
        </c:marker>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pivotFmt>
      <c:pivotFmt>
        <c:idx val="3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pivotFmt>
      <c:pivotFmt>
        <c:idx val="33"/>
        <c:spPr>
          <a:solidFill>
            <a:schemeClr val="accent1"/>
          </a:solidFill>
          <a:ln>
            <a:noFill/>
          </a:ln>
          <a:effectLst/>
        </c:spPr>
        <c:marker>
          <c:symbol val="none"/>
        </c:marker>
      </c:pivotFmt>
      <c:pivotFmt>
        <c:idx val="34"/>
        <c:spPr>
          <a:solidFill>
            <a:schemeClr val="accent1"/>
          </a:solidFill>
          <a:ln>
            <a:noFill/>
          </a:ln>
          <a:effectLst/>
        </c:spPr>
        <c:marker>
          <c:symbol val="none"/>
        </c:marker>
      </c:pivotFmt>
      <c:pivotFmt>
        <c:idx val="3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pivotFmt>
      <c:pivotFmt>
        <c:idx val="37"/>
        <c:spPr>
          <a:solidFill>
            <a:schemeClr val="accent1"/>
          </a:solidFill>
          <a:ln>
            <a:noFill/>
          </a:ln>
          <a:effectLst/>
        </c:spPr>
        <c:marker>
          <c:symbol val="none"/>
        </c:marker>
      </c:pivotFmt>
      <c:pivotFmt>
        <c:idx val="3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pivotFmt>
      <c:pivotFmt>
        <c:idx val="41"/>
        <c:spPr>
          <a:solidFill>
            <a:schemeClr val="accent1"/>
          </a:solidFill>
          <a:ln w="28575" cap="rnd">
            <a:solidFill>
              <a:schemeClr val="accent1"/>
            </a:solidFill>
            <a:round/>
          </a:ln>
          <a:effectLst/>
        </c:spPr>
        <c:marker>
          <c:symbol val="none"/>
        </c:marker>
      </c:pivotFmt>
      <c:pivotFmt>
        <c:idx val="42"/>
        <c:spPr>
          <a:solidFill>
            <a:schemeClr val="accent1"/>
          </a:solidFill>
          <a:ln w="28575" cap="rnd">
            <a:solidFill>
              <a:schemeClr val="accent1"/>
            </a:solidFill>
            <a:round/>
          </a:ln>
          <a:effectLst/>
        </c:spPr>
        <c:marker>
          <c:symbol val="none"/>
        </c:marker>
      </c:pivotFmt>
      <c:pivotFmt>
        <c:idx val="43"/>
        <c:spPr>
          <a:solidFill>
            <a:schemeClr val="accent1"/>
          </a:solidFill>
          <a:ln w="28575" cap="rnd">
            <a:solidFill>
              <a:schemeClr val="accent1"/>
            </a:solidFill>
            <a:round/>
          </a:ln>
          <a:effectLst/>
        </c:spPr>
        <c:marker>
          <c:symbol val="none"/>
        </c:marker>
      </c:pivotFmt>
      <c:pivotFmt>
        <c:idx val="44"/>
        <c:spPr>
          <a:solidFill>
            <a:schemeClr val="accent1"/>
          </a:solidFill>
          <a:ln w="28575" cap="rnd">
            <a:solidFill>
              <a:schemeClr val="accent1"/>
            </a:solidFill>
            <a:round/>
          </a:ln>
          <a:effectLst/>
        </c:spPr>
        <c:marker>
          <c:symbol val="none"/>
        </c:marker>
      </c:pivotFmt>
      <c:pivotFmt>
        <c:idx val="4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'Overall-MonthlyStatuspivot'!$B$3</c:f>
              <c:strCache>
                <c:ptCount val="1"/>
                <c:pt idx="0">
                  <c:v>Total</c:v>
                </c:pt>
              </c:strCache>
            </c:strRef>
          </c:tx>
          <c:spPr>
            <a:ln w="28575" cap="rnd">
              <a:solidFill>
                <a:srgbClr val="156082"/>
              </a:solidFill>
              <a:round/>
            </a:ln>
            <a:effectLst/>
          </c:spPr>
          <c:marker>
            <c:symbol val="circle"/>
            <c:size val="5"/>
            <c:spPr>
              <a:solidFill>
                <a:srgbClr val="156082"/>
              </a:solidFill>
              <a:ln w="9525">
                <a:solidFill>
                  <a:srgbClr val="15608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'Overall-MonthlyStatuspivot'!$A$4:$A$24</c:f>
              <c:strCache>
                <c:ptCount val="20"/>
                <c:pt idx="0">
                  <c:v>(blank)</c:v>
                </c:pt>
                <c:pt idx="1">
                  <c:v>16/07/2025</c:v>
                </c:pt>
                <c:pt idx="2">
                  <c:v>19/08/2025</c:v>
                </c:pt>
                <c:pt idx="3">
                  <c:v>26/08/2025</c:v>
                </c:pt>
                <c:pt idx="4">
                  <c:v>29/09/2025</c:v>
                </c:pt>
                <c:pt idx="5">
                  <c:v>06/11/2025</c:v>
                </c:pt>
                <c:pt idx="6">
                  <c:v>10/11/2025</c:v>
                </c:pt>
                <c:pt idx="7">
                  <c:v>03/12/2025</c:v>
                </c:pt>
                <c:pt idx="8">
                  <c:v>05/12/2025</c:v>
                </c:pt>
                <c:pt idx="9">
                  <c:v>16/12/2025</c:v>
                </c:pt>
                <c:pt idx="10">
                  <c:v>23/01/2026</c:v>
                </c:pt>
                <c:pt idx="11">
                  <c:v>28/01/2026</c:v>
                </c:pt>
                <c:pt idx="12">
                  <c:v>12/02/2026</c:v>
                </c:pt>
                <c:pt idx="13">
                  <c:v>06/02/2026</c:v>
                </c:pt>
                <c:pt idx="14">
                  <c:v>13/02/2026</c:v>
                </c:pt>
                <c:pt idx="15">
                  <c:v>18/02/2026</c:v>
                </c:pt>
                <c:pt idx="16">
                  <c:v>27/02/2026</c:v>
                </c:pt>
                <c:pt idx="17">
                  <c:v>13/03/2026</c:v>
                </c:pt>
                <c:pt idx="18">
                  <c:v>26/03/2026</c:v>
                </c:pt>
                <c:pt idx="19">
                  <c:v>04/10/2026</c:v>
                </c:pt>
              </c:strCache>
            </c:strRef>
          </c:cat>
          <c:val>
            <c:numRef>
              <c:f>'Overall-MonthlyStatuspivot'!$B$4:$B$24</c:f>
              <c:numCache>
                <c:formatCode>General</c:formatCode>
                <c:ptCount val="20"/>
                <c:pt idx="1">
                  <c:v>15</c:v>
                </c:pt>
                <c:pt idx="2">
                  <c:v>24</c:v>
                </c:pt>
                <c:pt idx="3">
                  <c:v>20</c:v>
                </c:pt>
                <c:pt idx="4">
                  <c:v>16</c:v>
                </c:pt>
                <c:pt idx="5">
                  <c:v>22</c:v>
                </c:pt>
                <c:pt idx="6">
                  <c:v>10</c:v>
                </c:pt>
                <c:pt idx="7">
                  <c:v>5</c:v>
                </c:pt>
                <c:pt idx="8">
                  <c:v>7</c:v>
                </c:pt>
                <c:pt idx="9">
                  <c:v>14</c:v>
                </c:pt>
                <c:pt idx="10">
                  <c:v>9</c:v>
                </c:pt>
                <c:pt idx="11">
                  <c:v>4</c:v>
                </c:pt>
                <c:pt idx="12">
                  <c:v>4</c:v>
                </c:pt>
                <c:pt idx="13">
                  <c:v>11</c:v>
                </c:pt>
                <c:pt idx="14">
                  <c:v>3</c:v>
                </c:pt>
                <c:pt idx="15">
                  <c:v>1</c:v>
                </c:pt>
                <c:pt idx="16">
                  <c:v>1</c:v>
                </c:pt>
                <c:pt idx="17">
                  <c:v>7</c:v>
                </c:pt>
                <c:pt idx="18">
                  <c:v>4</c:v>
                </c:pt>
                <c:pt idx="19">
                  <c:v>8</c:v>
                </c:pt>
              </c:numCache>
            </c:numRef>
          </c:val>
          <c:smooth val="0"/>
          <c:extLst>
            <c:ext xmlns:c16="http://schemas.microsoft.com/office/drawing/2014/chart" uri="{C3380CC4-5D6E-409C-BE32-E72D297353CC}">
              <c16:uniqueId val="{00000000-4350-4B16-993F-8E06DF776BDC}"/>
            </c:ext>
          </c:extLst>
        </c:ser>
        <c:dLbls>
          <c:showLegendKey val="0"/>
          <c:showVal val="0"/>
          <c:showCatName val="0"/>
          <c:showSerName val="0"/>
          <c:showPercent val="0"/>
          <c:showBubbleSize val="0"/>
        </c:dLbls>
        <c:marker val="1"/>
        <c:smooth val="0"/>
        <c:axId val="141321728"/>
        <c:axId val="141323264"/>
      </c:lineChart>
      <c:catAx>
        <c:axId val="141321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323264"/>
        <c:crosses val="autoZero"/>
        <c:auto val="1"/>
        <c:lblAlgn val="ctr"/>
        <c:lblOffset val="100"/>
        <c:noMultiLvlLbl val="0"/>
      </c:catAx>
      <c:valAx>
        <c:axId val="1413232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3217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Scrapped Parts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'Reporting 2026'!$B$8</c:f>
              <c:strCache>
                <c:ptCount val="1"/>
                <c:pt idx="0">
                  <c:v>Scrapped parts (#)</c:v>
                </c:pt>
              </c:strCache>
            </c:strRef>
          </c:tx>
          <c:spPr>
            <a:solidFill>
              <a:schemeClr val="accent1"/>
            </a:solidFill>
            <a:ln>
              <a:noFill/>
            </a:ln>
            <a:effectLst/>
          </c:spPr>
          <c:invertIfNegative val="0"/>
          <c:cat>
            <c:strRef>
              <c:f>'Reporting 2026'!$K$3:$R$3</c:f>
              <c:strCache>
                <c:ptCount val="8"/>
                <c:pt idx="0">
                  <c:v>Week 9</c:v>
                </c:pt>
                <c:pt idx="1">
                  <c:v>Week 10</c:v>
                </c:pt>
                <c:pt idx="2">
                  <c:v>Week 11</c:v>
                </c:pt>
                <c:pt idx="3">
                  <c:v>Week 12</c:v>
                </c:pt>
                <c:pt idx="4">
                  <c:v>Week 13</c:v>
                </c:pt>
                <c:pt idx="5">
                  <c:v>Week 14</c:v>
                </c:pt>
                <c:pt idx="6">
                  <c:v>Week 15</c:v>
                </c:pt>
                <c:pt idx="7">
                  <c:v>Week 16</c:v>
                </c:pt>
              </c:strCache>
              <c:extLst/>
            </c:strRef>
          </c:cat>
          <c:val>
            <c:numRef>
              <c:f>'Reporting 2026'!$K$8:$R$8</c:f>
              <c:numCache>
                <c:formatCode>General</c:formatCode>
                <c:ptCount val="8"/>
                <c:pt idx="0">
                  <c:v>7</c:v>
                </c:pt>
                <c:pt idx="1">
                  <c:v>0</c:v>
                </c:pt>
                <c:pt idx="2">
                  <c:v>0</c:v>
                </c:pt>
                <c:pt idx="3">
                  <c:v>0</c:v>
                </c:pt>
                <c:pt idx="4">
                  <c:v>0</c:v>
                </c:pt>
                <c:pt idx="5">
                  <c:v>0</c:v>
                </c:pt>
                <c:pt idx="6">
                  <c:v>0</c:v>
                </c:pt>
                <c:pt idx="7">
                  <c:v>2</c:v>
                </c:pt>
              </c:numCache>
              <c:extLst/>
            </c:numRef>
          </c:val>
          <c:extLst>
            <c:ext xmlns:c16="http://schemas.microsoft.com/office/drawing/2014/chart" uri="{C3380CC4-5D6E-409C-BE32-E72D297353CC}">
              <c16:uniqueId val="{00000000-9344-4428-9926-D40CB9DEE890}"/>
            </c:ext>
          </c:extLst>
        </c:ser>
        <c:dLbls>
          <c:showLegendKey val="0"/>
          <c:showVal val="0"/>
          <c:showCatName val="0"/>
          <c:showSerName val="0"/>
          <c:showPercent val="0"/>
          <c:showBubbleSize val="0"/>
        </c:dLbls>
        <c:gapWidth val="150"/>
        <c:axId val="1243466815"/>
        <c:axId val="1243468255"/>
      </c:barChart>
      <c:lineChart>
        <c:grouping val="standard"/>
        <c:varyColors val="0"/>
        <c:ser>
          <c:idx val="1"/>
          <c:order val="1"/>
          <c:tx>
            <c:strRef>
              <c:f>'Reporting 2026'!$B$9</c:f>
              <c:strCache>
                <c:ptCount val="1"/>
                <c:pt idx="0">
                  <c:v>Target</c:v>
                </c:pt>
              </c:strCache>
            </c:strRef>
          </c:tx>
          <c:spPr>
            <a:ln w="28575" cap="rnd">
              <a:solidFill>
                <a:schemeClr val="accent2"/>
              </a:solidFill>
              <a:round/>
            </a:ln>
            <a:effectLst/>
          </c:spPr>
          <c:marker>
            <c:symbol val="none"/>
          </c:marker>
          <c:cat>
            <c:strRef>
              <c:f>'Reporting 2026'!$K$3:$R$3</c:f>
              <c:strCache>
                <c:ptCount val="8"/>
                <c:pt idx="0">
                  <c:v>Week 9</c:v>
                </c:pt>
                <c:pt idx="1">
                  <c:v>Week 10</c:v>
                </c:pt>
                <c:pt idx="2">
                  <c:v>Week 11</c:v>
                </c:pt>
                <c:pt idx="3">
                  <c:v>Week 12</c:v>
                </c:pt>
                <c:pt idx="4">
                  <c:v>Week 13</c:v>
                </c:pt>
                <c:pt idx="5">
                  <c:v>Week 14</c:v>
                </c:pt>
                <c:pt idx="6">
                  <c:v>Week 15</c:v>
                </c:pt>
                <c:pt idx="7">
                  <c:v>Week 16</c:v>
                </c:pt>
              </c:strCache>
              <c:extLst/>
            </c:strRef>
          </c:cat>
          <c:val>
            <c:numRef>
              <c:f>'Reporting 2026'!$K$9:$R$9</c:f>
              <c:numCache>
                <c:formatCode>General</c:formatCode>
                <c:ptCount val="8"/>
                <c:pt idx="0">
                  <c:v>20</c:v>
                </c:pt>
                <c:pt idx="1">
                  <c:v>20</c:v>
                </c:pt>
                <c:pt idx="2">
                  <c:v>20</c:v>
                </c:pt>
                <c:pt idx="3">
                  <c:v>20</c:v>
                </c:pt>
                <c:pt idx="4">
                  <c:v>20</c:v>
                </c:pt>
                <c:pt idx="5">
                  <c:v>20</c:v>
                </c:pt>
                <c:pt idx="6">
                  <c:v>20</c:v>
                </c:pt>
                <c:pt idx="7">
                  <c:v>20</c:v>
                </c:pt>
              </c:numCache>
              <c:extLst/>
            </c:numRef>
          </c:val>
          <c:smooth val="0"/>
          <c:extLst>
            <c:ext xmlns:c16="http://schemas.microsoft.com/office/drawing/2014/chart" uri="{C3380CC4-5D6E-409C-BE32-E72D297353CC}">
              <c16:uniqueId val="{00000001-9344-4428-9926-D40CB9DEE890}"/>
            </c:ext>
          </c:extLst>
        </c:ser>
        <c:dLbls>
          <c:showLegendKey val="0"/>
          <c:showVal val="0"/>
          <c:showCatName val="0"/>
          <c:showSerName val="0"/>
          <c:showPercent val="0"/>
          <c:showBubbleSize val="0"/>
        </c:dLbls>
        <c:marker val="1"/>
        <c:smooth val="0"/>
        <c:axId val="1243466815"/>
        <c:axId val="1243468255"/>
      </c:line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Table!PivotTable11</c:name>
    <c:fmtId val="16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Scrapped parts by material scrapped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'Reporting Pivot Table'!$C$126</c:f>
              <c:strCache>
                <c:ptCount val="1"/>
                <c:pt idx="0">
                  <c:v>Sum of Quantity of parts</c:v>
                </c:pt>
              </c:strCache>
            </c:strRef>
          </c:tx>
          <c:spPr>
            <a:solidFill>
              <a:schemeClr val="accent1"/>
            </a:solidFill>
            <a:ln>
              <a:noFill/>
            </a:ln>
            <a:effectLst/>
          </c:spPr>
          <c:invertIfNegative val="0"/>
          <c:cat>
            <c:strRef>
              <c:f>'Reporting Pivot Table'!$B$127:$B$128</c:f>
              <c:strCache>
                <c:ptCount val="1"/>
                <c:pt idx="0">
                  <c:v>Vinyl</c:v>
                </c:pt>
              </c:strCache>
            </c:strRef>
          </c:cat>
          <c:val>
            <c:numRef>
              <c:f>'Reporting Pivot Table'!$C$127:$C$128</c:f>
              <c:numCache>
                <c:formatCode>General</c:formatCode>
                <c:ptCount val="1"/>
                <c:pt idx="0">
                  <c:v>1</c:v>
                </c:pt>
              </c:numCache>
            </c:numRef>
          </c:val>
          <c:extLst>
            <c:ext xmlns:c16="http://schemas.microsoft.com/office/drawing/2014/chart" uri="{C3380CC4-5D6E-409C-BE32-E72D297353CC}">
              <c16:uniqueId val="{00000000-F2E6-4F51-8C96-6813A1609C0E}"/>
            </c:ext>
          </c:extLst>
        </c:ser>
        <c:dLbls>
          <c:showLegendKey val="0"/>
          <c:showVal val="0"/>
          <c:showCatName val="0"/>
          <c:showSerName val="0"/>
          <c:showPercent val="0"/>
          <c:showBubbleSize val="0"/>
        </c:dLbls>
        <c:gapWidth val="219"/>
        <c:axId val="1301997072"/>
        <c:axId val="1302004752"/>
      </c:barChart>
      <c:lineChart>
        <c:grouping val="standard"/>
        <c:varyColors val="0"/>
        <c:ser>
          <c:idx val="1"/>
          <c:order val="1"/>
          <c:tx>
            <c:strRef>
              <c:f>'Reporting Pivot Table'!$D$126</c:f>
              <c:strCache>
                <c:ptCount val="1"/>
                <c:pt idx="0">
                  <c:v>Sum of Quantity of parts2</c:v>
                </c:pt>
              </c:strCache>
            </c:strRef>
          </c:tx>
          <c:spPr>
            <a:ln w="28575" cap="rnd">
              <a:solidFill>
                <a:schemeClr val="accent2"/>
              </a:solidFill>
              <a:round/>
            </a:ln>
            <a:effectLst/>
          </c:spPr>
          <c:marker>
            <c:symbol val="none"/>
          </c:marker>
          <c:cat>
            <c:strRef>
              <c:f>'Reporting Pivot Table'!$B$127:$B$128</c:f>
              <c:strCache>
                <c:ptCount val="1"/>
                <c:pt idx="0">
                  <c:v>Vinyl</c:v>
                </c:pt>
              </c:strCache>
            </c:strRef>
          </c:cat>
          <c:val>
            <c:numRef>
              <c:f>'Reporting Pivot Table'!$D$127:$D$128</c:f>
              <c:numCache>
                <c:formatCode>0%</c:formatCode>
                <c:ptCount val="1"/>
                <c:pt idx="0">
                  <c:v>1</c:v>
                </c:pt>
              </c:numCache>
            </c:numRef>
          </c:val>
          <c:smooth val="0"/>
          <c:extLst>
            <c:ext xmlns:c16="http://schemas.microsoft.com/office/drawing/2014/chart" uri="{C3380CC4-5D6E-409C-BE32-E72D297353CC}">
              <c16:uniqueId val="{00000001-F2E6-4F51-8C96-6813A1609C0E}"/>
            </c:ext>
          </c:extLst>
        </c:ser>
        <c:dLbls>
          <c:showLegendKey val="0"/>
          <c:showVal val="0"/>
          <c:showCatName val="0"/>
          <c:showSerName val="0"/>
          <c:showPercent val="0"/>
          <c:showBubbleSize val="0"/>
        </c:dLbls>
        <c:marker val="1"/>
        <c:smooth val="0"/>
        <c:axId val="1773185712"/>
        <c:axId val="1773182352"/>
      </c:lineChart>
      <c:catAx>
        <c:axId val="1301997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2004752"/>
        <c:crosses val="autoZero"/>
        <c:auto val="1"/>
        <c:lblAlgn val="ctr"/>
        <c:lblOffset val="100"/>
        <c:noMultiLvlLbl val="0"/>
      </c:catAx>
      <c:valAx>
        <c:axId val="1302004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1997072"/>
        <c:crosses val="autoZero"/>
        <c:crossBetween val="between"/>
      </c:valAx>
      <c:valAx>
        <c:axId val="1773182352"/>
        <c:scaling>
          <c:orientation val="minMax"/>
          <c:max val="1"/>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3185712"/>
        <c:crosses val="max"/>
        <c:crossBetween val="between"/>
      </c:valAx>
      <c:catAx>
        <c:axId val="1773185712"/>
        <c:scaling>
          <c:orientation val="minMax"/>
        </c:scaling>
        <c:delete val="1"/>
        <c:axPos val="b"/>
        <c:numFmt formatCode="General" sourceLinked="1"/>
        <c:majorTickMark val="out"/>
        <c:minorTickMark val="none"/>
        <c:tickLblPos val="nextTo"/>
        <c:crossAx val="1773182352"/>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[Quality Dashboard.xlsx]Reporting Pivot Table!PivotTable12</c:name>
    <c:fmtId val="1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Scrapped Parts By Department 6 Week Roling</a:t>
            </a:r>
          </a:p>
        </c:rich>
      </c:tx>
      <c:overlay val="0"/>
      <c:spPr>
        <a:noFill/>
        <a:ln>
          <a:noFill/>
        </a:ln>
        <a:effectLst/>
      </c:spPr>
    </c:title>
    <c:autoTitleDeleted val="0"/>
    <c:pivotFmts>
      <c:pivotFmt>
        <c:idx val="0"/>
        <c:spPr>
          <a:solidFill>
            <a:schemeClr val="accent1"/>
          </a:solidFill>
          <a:ln>
            <a:noFill/>
          </a:ln>
          <a:effectLst/>
        </c:spPr>
      </c:pivotFmt>
      <c:pivotFmt>
        <c:idx val="1"/>
        <c:spPr>
          <a:ln w="28575" cap="rnd">
            <a:solidFill>
              <a:schemeClr val="accent2"/>
            </a:solidFill>
            <a:round/>
          </a:ln>
          <a:effectLst/>
        </c:spPr>
      </c:pivotFmt>
      <c:pivotFmt>
        <c:idx val="2"/>
        <c:spPr>
          <a:solidFill>
            <a:schemeClr val="accent1"/>
          </a:solidFill>
          <a:ln>
            <a:noFill/>
          </a:ln>
          <a:effectLst/>
        </c:spPr>
      </c:pivotFmt>
      <c:pivotFmt>
        <c:idx val="3"/>
        <c:spPr>
          <a:ln w="28575" cap="rnd">
            <a:solidFill>
              <a:schemeClr val="accent2"/>
            </a:solidFill>
            <a:round/>
          </a:ln>
          <a:effectLst/>
        </c:spPr>
      </c:pivotFmt>
      <c:pivotFmt>
        <c:idx val="4"/>
        <c:spPr>
          <a:solidFill>
            <a:schemeClr val="accent1"/>
          </a:solidFill>
          <a:ln>
            <a:noFill/>
          </a:ln>
          <a:effectLst/>
        </c:spPr>
      </c:pivotFmt>
      <c:pivotFmt>
        <c:idx val="5"/>
        <c:spPr>
          <a:ln w="28575" cap="rnd">
            <a:solidFill>
              <a:schemeClr val="accent2"/>
            </a:solidFill>
            <a:round/>
          </a:ln>
          <a:effectLst/>
        </c:spPr>
      </c:pivotFmt>
      <c:pivotFmt>
        <c:idx val="6"/>
        <c:spPr>
          <a:solidFill>
            <a:schemeClr val="accent1"/>
          </a:solidFill>
          <a:ln>
            <a:noFill/>
          </a:ln>
          <a:effectLst/>
        </c:spPr>
      </c:pivotFmt>
      <c:pivotFmt>
        <c:idx val="7"/>
        <c:spPr>
          <a:ln w="28575" cap="rnd">
            <a:solidFill>
              <a:schemeClr val="accent2"/>
            </a:solidFill>
            <a:round/>
          </a:ln>
          <a:effectLst/>
        </c:spPr>
      </c:pivotFmt>
      <c:pivotFmt>
        <c:idx val="8"/>
        <c:spPr>
          <a:solidFill>
            <a:schemeClr val="accent1"/>
          </a:solidFill>
          <a:ln>
            <a:noFill/>
          </a:ln>
          <a:effectLst/>
        </c:spPr>
      </c:pivotFmt>
      <c:pivotFmt>
        <c:idx val="9"/>
        <c:spPr>
          <a:ln w="28575" cap="rnd">
            <a:solidFill>
              <a:schemeClr val="accent2"/>
            </a:solidFill>
            <a:round/>
          </a:ln>
          <a:effectLst/>
        </c:spPr>
      </c:pivotFmt>
      <c:pivotFmt>
        <c:idx val="10"/>
        <c:spPr>
          <a:solidFill>
            <a:schemeClr val="accent1"/>
          </a:solidFill>
          <a:ln>
            <a:noFill/>
          </a:ln>
          <a:effectLst/>
        </c:spPr>
      </c:pivotFmt>
      <c:pivotFmt>
        <c:idx val="11"/>
        <c:spPr>
          <a:ln w="28575" cap="rnd">
            <a:solidFill>
              <a:schemeClr val="accent2"/>
            </a:solidFill>
            <a:round/>
          </a:ln>
          <a:effectLst/>
        </c:spPr>
      </c:pivotFmt>
      <c:pivotFmt>
        <c:idx val="12"/>
        <c:spPr>
          <a:solidFill>
            <a:schemeClr val="accent1"/>
          </a:solidFill>
          <a:ln>
            <a:noFill/>
          </a:ln>
          <a:effectLst/>
        </c:spPr>
      </c:pivotFmt>
      <c:pivotFmt>
        <c:idx val="13"/>
        <c:spPr>
          <a:ln w="28575" cap="rnd">
            <a:solidFill>
              <a:schemeClr val="accent2"/>
            </a:solidFill>
            <a:round/>
          </a:ln>
          <a:effectLst/>
        </c:spPr>
      </c:pivotFmt>
      <c:pivotFmt>
        <c:idx val="14"/>
        <c:spPr>
          <a:solidFill>
            <a:schemeClr val="accent1"/>
          </a:solidFill>
          <a:ln>
            <a:noFill/>
          </a:ln>
          <a:effectLst/>
        </c:spPr>
      </c:pivotFmt>
      <c:pivotFmt>
        <c:idx val="15"/>
        <c:spPr>
          <a:ln w="28575" cap="rnd">
            <a:solidFill>
              <a:schemeClr val="accent2"/>
            </a:solidFill>
            <a:round/>
          </a:ln>
          <a:effectLst/>
        </c:spPr>
      </c:pivotFmt>
      <c:pivotFmt>
        <c:idx val="16"/>
        <c:spPr>
          <a:solidFill>
            <a:schemeClr val="accent1"/>
          </a:solidFill>
          <a:ln>
            <a:noFill/>
          </a:ln>
          <a:effectLst/>
        </c:spPr>
      </c:pivotFmt>
      <c:pivotFmt>
        <c:idx val="17"/>
        <c:spPr>
          <a:ln w="28575" cap="rnd">
            <a:solidFill>
              <a:schemeClr val="accent2"/>
            </a:solidFill>
            <a:round/>
          </a:ln>
          <a:effectLst/>
        </c:spPr>
      </c:pivotFmt>
      <c:pivotFmt>
        <c:idx val="18"/>
        <c:spPr>
          <a:solidFill>
            <a:schemeClr val="accent1"/>
          </a:solidFill>
          <a:ln>
            <a:noFill/>
          </a:ln>
          <a:effectLst/>
        </c:spPr>
      </c:pivotFmt>
      <c:pivotFmt>
        <c:idx val="19"/>
        <c:spPr>
          <a:ln w="28575" cap="rnd">
            <a:solidFill>
              <a:schemeClr val="accent2"/>
            </a:solidFill>
            <a:round/>
          </a:ln>
          <a:effectLst/>
        </c:spPr>
      </c:pivotFmt>
      <c:pivotFmt>
        <c:idx val="20"/>
        <c:spPr>
          <a:solidFill>
            <a:schemeClr val="accent1"/>
          </a:solidFill>
          <a:ln>
            <a:noFill/>
          </a:ln>
          <a:effectLst/>
        </c:spPr>
      </c:pivotFmt>
      <c:pivotFmt>
        <c:idx val="21"/>
        <c:spPr>
          <a:ln w="28575" cap="rnd">
            <a:solidFill>
              <a:schemeClr val="accent2"/>
            </a:solidFill>
            <a:round/>
          </a:ln>
          <a:effectLst/>
        </c:spPr>
      </c:pivotFmt>
      <c:pivotFmt>
        <c:idx val="2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3"/>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5"/>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7"/>
        <c:spPr>
          <a:ln w="28575" cap="rnd">
            <a:solidFill>
              <a:schemeClr val="accent2"/>
            </a:solidFill>
            <a:round/>
          </a:ln>
          <a:effectLst/>
        </c:spPr>
        <c:marker>
          <c:symbol val="none"/>
        </c:marker>
        <c:dLbl>
          <c:idx val="0"/>
          <c:delete val="1"/>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4.9252427921395669E-2"/>
          <c:y val="0.11125610612721909"/>
          <c:w val="0.92436502514811214"/>
          <c:h val="0.750780965463683"/>
        </c:manualLayout>
      </c:layout>
      <c:barChart>
        <c:barDir val="col"/>
        <c:grouping val="clustered"/>
        <c:varyColors val="0"/>
        <c:ser>
          <c:idx val="0"/>
          <c:order val="0"/>
          <c:tx>
            <c:strRef>
              <c:f>'Reporting Pivot Table'!$C$138</c:f>
              <c:strCache>
                <c:ptCount val="1"/>
                <c:pt idx="0">
                  <c:v>Total</c:v>
                </c:pt>
              </c:strCache>
            </c:strRef>
          </c:tx>
          <c:spPr>
            <a:solidFill>
              <a:schemeClr val="accent1"/>
            </a:solidFill>
            <a:ln>
              <a:noFill/>
            </a:ln>
            <a:effectLst/>
          </c:spPr>
          <c:invertIfNegative val="0"/>
          <c:cat>
            <c:strRef>
              <c:f>'Reporting Pivot Table'!$B$139:$B$140</c:f>
              <c:strCache>
                <c:ptCount val="1"/>
                <c:pt idx="0">
                  <c:v>QC</c:v>
                </c:pt>
              </c:strCache>
            </c:strRef>
          </c:cat>
          <c:val>
            <c:numRef>
              <c:f>'Reporting Pivot Table'!$C$139:$C$140</c:f>
              <c:numCache>
                <c:formatCode>General</c:formatCode>
                <c:ptCount val="1"/>
                <c:pt idx="0">
                  <c:v>1</c:v>
                </c:pt>
              </c:numCache>
            </c:numRef>
          </c:val>
          <c:extLst>
            <c:ext xmlns:c16="http://schemas.microsoft.com/office/drawing/2014/chart" uri="{C3380CC4-5D6E-409C-BE32-E72D297353CC}">
              <c16:uniqueId val="{00000000-5C91-4018-A1C0-27F17DC993C4}"/>
            </c:ext>
          </c:extLst>
        </c:ser>
        <c:dLbls>
          <c:showLegendKey val="0"/>
          <c:showVal val="0"/>
          <c:showCatName val="0"/>
          <c:showSerName val="0"/>
          <c:showPercent val="0"/>
          <c:showBubbleSize val="0"/>
        </c:dLbls>
        <c:gapWidth val="150"/>
        <c:axId val="1243466815"/>
        <c:axId val="1243468255"/>
      </c:barChart>
      <c:catAx>
        <c:axId val="1243466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8255"/>
        <c:crosses val="autoZero"/>
        <c:auto val="1"/>
        <c:lblAlgn val="ctr"/>
        <c:lblOffset val="100"/>
        <c:noMultiLvlLbl val="0"/>
      </c:catAx>
      <c:valAx>
        <c:axId val="12434682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466815"/>
        <c:crosses val="autoZero"/>
        <c:crossBetween val="between"/>
      </c:valAx>
    </c:plotArea>
    <c:plotVisOnly val="1"/>
    <c:dispBlanksAs val="gap"/>
    <c:showDLblsOverMax val="0"/>
    <c:extLst/>
  </c:chart>
  <c:txPr>
    <a:bodyPr/>
    <a:lstStyle/>
    <a:p>
      <a:pPr>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28" tIns="45714" rIns="91428" bIns="45714"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28" tIns="45714" rIns="91428" bIns="45714" rtlCol="0"/>
          <a:lstStyle>
            <a:lvl1pPr algn="r">
              <a:defRPr sz="1200"/>
            </a:lvl1pPr>
          </a:lstStyle>
          <a:p>
            <a:fld id="{0B8BE377-B69F-4952-B8D7-CD0C579F1BA2}" type="datetimeFigureOut">
              <a:rPr lang="en-GB" smtClean="0"/>
              <a:t>30/04/2026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28" tIns="45714" rIns="91428" bIns="45714"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28" tIns="45714" rIns="91428" bIns="45714"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28" tIns="45714" rIns="91428" bIns="45714"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28" tIns="45714" rIns="91428" bIns="45714" rtlCol="0" anchor="b"/>
          <a:lstStyle>
            <a:lvl1pPr algn="r">
              <a:defRPr sz="1200"/>
            </a:lvl1pPr>
          </a:lstStyle>
          <a:p>
            <a:fld id="{D94ADF1A-0390-44A3-A6BE-D1F9C09B4C3B}" type="slidenum">
              <a:rPr lang="en-GB" smtClean="0"/>
              <a:t>‹#›</a:t>
            </a:fld>
            <a:endParaRPr lang="en-GB"/>
          </a:p>
        </p:txBody>
      </p:sp>
    </p:spTree>
    <p:extLst>
      <p:ext uri="{BB962C8B-B14F-4D97-AF65-F5344CB8AC3E}">
        <p14:creationId xmlns:p14="http://schemas.microsoft.com/office/powerpoint/2010/main" val="3172741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568" indent="-228568">
              <a:buAutoNum type="arabicPeriod"/>
            </a:pPr>
            <a:r>
              <a:rPr lang="en-GB" dirty="0"/>
              <a:t>Man (People) – Human Factors such as skills, training, communication, or behaviour that may affect the process.</a:t>
            </a:r>
          </a:p>
          <a:p>
            <a:pPr marL="228568" indent="-228568">
              <a:buAutoNum type="arabicPeriod"/>
            </a:pPr>
            <a:r>
              <a:rPr lang="en-GB" dirty="0"/>
              <a:t>Machine - Includes tools, equipment, and technology involved in the process that might cause issues.</a:t>
            </a:r>
          </a:p>
          <a:p>
            <a:pPr marL="228568" indent="-228568">
              <a:buAutoNum type="arabicPeriod"/>
            </a:pPr>
            <a:r>
              <a:rPr lang="en-GB" dirty="0"/>
              <a:t>Materials – Covers raw materials, components, or consumables used in the process and their quality or availability.</a:t>
            </a:r>
          </a:p>
          <a:p>
            <a:pPr marL="228568" indent="-228568">
              <a:buAutoNum type="arabicPeriod"/>
            </a:pPr>
            <a:r>
              <a:rPr lang="en-GB" dirty="0"/>
              <a:t>Method – Refers to procedures, policies, or techniques followed in the process and whether they are effective or followed correctly.</a:t>
            </a:r>
          </a:p>
          <a:p>
            <a:pPr marL="228568" indent="-228568">
              <a:buAutoNum type="arabicPeriod"/>
            </a:pPr>
            <a:r>
              <a:rPr lang="en-GB" dirty="0"/>
              <a:t>Measurements – Involves the accuracy and reliability of data, measurements, and feedback systems used to monitor the process.</a:t>
            </a:r>
          </a:p>
          <a:p>
            <a:pPr marL="228568" indent="-228568">
              <a:buAutoNum type="arabicPeriod"/>
            </a:pPr>
            <a:r>
              <a:rPr lang="en-GB" dirty="0"/>
              <a:t>Mother Nature (Environment) Considers external factors such as environmental conditions (temperature, humidity) or organisational culture that could influence the outcome.</a:t>
            </a:r>
          </a:p>
          <a:p>
            <a:pPr marL="228568" indent="-228568">
              <a:buAutoNum type="arabicPeriod"/>
            </a:pPr>
            <a:endParaRPr lang="en-GB" dirty="0"/>
          </a:p>
          <a:p>
            <a:pPr marL="228568" indent="-228568">
              <a:buAutoNum type="arabicPeriod"/>
            </a:pPr>
            <a:endParaRPr lang="en-GB" dirty="0"/>
          </a:p>
        </p:txBody>
      </p:sp>
      <p:sp>
        <p:nvSpPr>
          <p:cNvPr id="4" name="Slide Number Placeholder 3"/>
          <p:cNvSpPr>
            <a:spLocks noGrp="1"/>
          </p:cNvSpPr>
          <p:nvPr>
            <p:ph type="sldNum" sz="quarter" idx="5"/>
          </p:nvPr>
        </p:nvSpPr>
        <p:spPr/>
        <p:txBody>
          <a:bodyPr/>
          <a:lstStyle/>
          <a:p>
            <a:fld id="{D94ADF1A-0390-44A3-A6BE-D1F9C09B4C3B}" type="slidenum">
              <a:rPr lang="en-GB" smtClean="0"/>
              <a:t>5</a:t>
            </a:fld>
            <a:endParaRPr lang="en-GB"/>
          </a:p>
        </p:txBody>
      </p:sp>
    </p:spTree>
    <p:extLst>
      <p:ext uri="{BB962C8B-B14F-4D97-AF65-F5344CB8AC3E}">
        <p14:creationId xmlns:p14="http://schemas.microsoft.com/office/powerpoint/2010/main" val="2211518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568" indent="-228568">
              <a:buAutoNum type="arabicPeriod"/>
            </a:pPr>
            <a:r>
              <a:rPr lang="en-GB" dirty="0"/>
              <a:t>Man (People) – Human Factors such as skills, training, communication, or behaviour that may affect the process.</a:t>
            </a:r>
          </a:p>
          <a:p>
            <a:pPr marL="228568" indent="-228568">
              <a:buAutoNum type="arabicPeriod"/>
            </a:pPr>
            <a:r>
              <a:rPr lang="en-GB" dirty="0"/>
              <a:t>Machine - Includes tools, equipment, and technology involved in the process that might cause issues.</a:t>
            </a:r>
          </a:p>
          <a:p>
            <a:pPr marL="228568" indent="-228568">
              <a:buAutoNum type="arabicPeriod"/>
            </a:pPr>
            <a:r>
              <a:rPr lang="en-GB" dirty="0"/>
              <a:t>Materials – Covers raw materials, components, or consumables used in the process and their quality or availability.</a:t>
            </a:r>
          </a:p>
          <a:p>
            <a:pPr marL="228568" indent="-228568">
              <a:buAutoNum type="arabicPeriod"/>
            </a:pPr>
            <a:r>
              <a:rPr lang="en-GB" dirty="0"/>
              <a:t>Method – Refers to procedures, policies, or techniques followed in the process and whether they are effective or followed correctly.</a:t>
            </a:r>
          </a:p>
          <a:p>
            <a:pPr marL="228568" indent="-228568">
              <a:buAutoNum type="arabicPeriod"/>
            </a:pPr>
            <a:r>
              <a:rPr lang="en-GB" dirty="0"/>
              <a:t>Measurements – Involves the accuracy and reliability of data, measurements, and feedback systems used to monitor the process.</a:t>
            </a:r>
          </a:p>
          <a:p>
            <a:pPr marL="228568" indent="-228568">
              <a:buAutoNum type="arabicPeriod"/>
            </a:pPr>
            <a:r>
              <a:rPr lang="en-GB" dirty="0"/>
              <a:t>Mother Nature (Environment) Considers external factors such as environmental conditions (temperature, humidity) or organisational culture that could influence the outcome.</a:t>
            </a:r>
          </a:p>
          <a:p>
            <a:endParaRPr lang="en-GB" dirty="0"/>
          </a:p>
        </p:txBody>
      </p:sp>
      <p:sp>
        <p:nvSpPr>
          <p:cNvPr id="4" name="Slide Number Placeholder 3"/>
          <p:cNvSpPr>
            <a:spLocks noGrp="1"/>
          </p:cNvSpPr>
          <p:nvPr>
            <p:ph type="sldNum" sz="quarter" idx="5"/>
          </p:nvPr>
        </p:nvSpPr>
        <p:spPr/>
        <p:txBody>
          <a:bodyPr/>
          <a:lstStyle/>
          <a:p>
            <a:fld id="{D94ADF1A-0390-44A3-A6BE-D1F9C09B4C3B}" type="slidenum">
              <a:rPr lang="en-GB" smtClean="0"/>
              <a:t>6</a:t>
            </a:fld>
            <a:endParaRPr lang="en-GB"/>
          </a:p>
        </p:txBody>
      </p:sp>
    </p:spTree>
    <p:extLst>
      <p:ext uri="{BB962C8B-B14F-4D97-AF65-F5344CB8AC3E}">
        <p14:creationId xmlns:p14="http://schemas.microsoft.com/office/powerpoint/2010/main" val="236350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568" indent="-228568">
              <a:buAutoNum type="arabicPeriod"/>
            </a:pPr>
            <a:r>
              <a:rPr lang="en-GB" dirty="0"/>
              <a:t>Man (People) – Human Factors such as skills, training, communication, or behaviour that may affect the process.</a:t>
            </a:r>
          </a:p>
          <a:p>
            <a:pPr marL="228568" indent="-228568">
              <a:buAutoNum type="arabicPeriod"/>
            </a:pPr>
            <a:r>
              <a:rPr lang="en-GB" dirty="0"/>
              <a:t>Machine - Includes tools, equipment, and technology involved in the process that might cause issues.</a:t>
            </a:r>
          </a:p>
          <a:p>
            <a:pPr marL="228568" indent="-228568">
              <a:buAutoNum type="arabicPeriod"/>
            </a:pPr>
            <a:r>
              <a:rPr lang="en-GB" dirty="0"/>
              <a:t>Materials – Covers raw materials, components, or consumables used in the process and their quality or availability.</a:t>
            </a:r>
          </a:p>
          <a:p>
            <a:pPr marL="228568" indent="-228568">
              <a:buAutoNum type="arabicPeriod"/>
            </a:pPr>
            <a:r>
              <a:rPr lang="en-GB" dirty="0"/>
              <a:t>Method – Refers to procedures, policies, or techniques followed in the process and whether they are effective or followed correctly.</a:t>
            </a:r>
          </a:p>
          <a:p>
            <a:pPr marL="228568" indent="-228568">
              <a:buAutoNum type="arabicPeriod"/>
            </a:pPr>
            <a:r>
              <a:rPr lang="en-GB" dirty="0"/>
              <a:t>Measurements – Involves the accuracy and reliability of data, measurements, and feedback systems used to monitor the process.</a:t>
            </a:r>
          </a:p>
          <a:p>
            <a:pPr marL="228568" indent="-228568">
              <a:buAutoNum type="arabicPeriod"/>
            </a:pPr>
            <a:r>
              <a:rPr lang="en-GB" dirty="0"/>
              <a:t>Mother Nature (Environment) Considers external factors such as environmental conditions (temperature, humidity) or organisational culture that could influence the outcome.</a:t>
            </a:r>
          </a:p>
          <a:p>
            <a:endParaRPr lang="en-GB" dirty="0"/>
          </a:p>
        </p:txBody>
      </p:sp>
      <p:sp>
        <p:nvSpPr>
          <p:cNvPr id="4" name="Slide Number Placeholder 3"/>
          <p:cNvSpPr>
            <a:spLocks noGrp="1"/>
          </p:cNvSpPr>
          <p:nvPr>
            <p:ph type="sldNum" sz="quarter" idx="5"/>
          </p:nvPr>
        </p:nvSpPr>
        <p:spPr/>
        <p:txBody>
          <a:bodyPr/>
          <a:lstStyle/>
          <a:p>
            <a:fld id="{D94ADF1A-0390-44A3-A6BE-D1F9C09B4C3B}" type="slidenum">
              <a:rPr lang="en-GB" smtClean="0"/>
              <a:t>7</a:t>
            </a:fld>
            <a:endParaRPr lang="en-GB"/>
          </a:p>
        </p:txBody>
      </p:sp>
    </p:spTree>
    <p:extLst>
      <p:ext uri="{BB962C8B-B14F-4D97-AF65-F5344CB8AC3E}">
        <p14:creationId xmlns:p14="http://schemas.microsoft.com/office/powerpoint/2010/main" val="2910467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568" indent="-228568">
              <a:buAutoNum type="arabicPeriod"/>
            </a:pPr>
            <a:r>
              <a:rPr lang="en-GB"/>
              <a:t>Man (People) – Human Factors such as skills, training, communication, or behaviour that may affect the process.</a:t>
            </a:r>
          </a:p>
          <a:p>
            <a:pPr marL="228568" indent="-228568">
              <a:buAutoNum type="arabicPeriod"/>
            </a:pPr>
            <a:r>
              <a:rPr lang="en-GB"/>
              <a:t>Machine - Includes tools, equipment, and technology involved in the process that might cause issues.</a:t>
            </a:r>
          </a:p>
          <a:p>
            <a:pPr marL="228568" indent="-228568">
              <a:buAutoNum type="arabicPeriod"/>
            </a:pPr>
            <a:r>
              <a:rPr lang="en-GB"/>
              <a:t>Materials – Covers raw materials, components, or consumables used in the process and their quality or availability.</a:t>
            </a:r>
          </a:p>
          <a:p>
            <a:pPr marL="228568" indent="-228568">
              <a:buAutoNum type="arabicPeriod"/>
            </a:pPr>
            <a:r>
              <a:rPr lang="en-GB"/>
              <a:t>Method – Refers to procedures, policies, or techniques followed in the process and whether they are effective or followed correctly.</a:t>
            </a:r>
          </a:p>
          <a:p>
            <a:pPr marL="228568" indent="-228568">
              <a:buAutoNum type="arabicPeriod"/>
            </a:pPr>
            <a:r>
              <a:rPr lang="en-GB"/>
              <a:t>Measurements – Involves the accuracy and reliability of data, measurements, and feedback systems used to monitor the process.</a:t>
            </a:r>
          </a:p>
          <a:p>
            <a:pPr marL="228568" indent="-228568">
              <a:buAutoNum type="arabicPeriod"/>
            </a:pPr>
            <a:r>
              <a:rPr lang="en-GB"/>
              <a:t>Mother Nature (Environment) Considers external factors such as environmental conditions (temperature, humidity) or organisational culture that could influence the outcome.</a:t>
            </a:r>
          </a:p>
          <a:p>
            <a:endParaRPr lang="en-GB"/>
          </a:p>
        </p:txBody>
      </p:sp>
      <p:sp>
        <p:nvSpPr>
          <p:cNvPr id="4" name="Slide Number Placeholder 3"/>
          <p:cNvSpPr>
            <a:spLocks noGrp="1"/>
          </p:cNvSpPr>
          <p:nvPr>
            <p:ph type="sldNum" sz="quarter" idx="5"/>
          </p:nvPr>
        </p:nvSpPr>
        <p:spPr/>
        <p:txBody>
          <a:bodyPr/>
          <a:lstStyle/>
          <a:p>
            <a:fld id="{D94ADF1A-0390-44A3-A6BE-D1F9C09B4C3B}" type="slidenum">
              <a:rPr lang="en-GB" smtClean="0"/>
              <a:t>8</a:t>
            </a:fld>
            <a:endParaRPr lang="en-GB"/>
          </a:p>
        </p:txBody>
      </p:sp>
    </p:spTree>
    <p:extLst>
      <p:ext uri="{BB962C8B-B14F-4D97-AF65-F5344CB8AC3E}">
        <p14:creationId xmlns:p14="http://schemas.microsoft.com/office/powerpoint/2010/main" val="2111403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1B887-E780-4532-BDDB-214FD9A76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643A6-781D-603E-E4D3-5E4182F35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94CC3-B315-4B1E-4796-0D4FBC0D508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F167D62-6983-C633-3D4E-9A8138FEB5E5}"/>
              </a:ext>
            </a:extLst>
          </p:cNvPr>
          <p:cNvSpPr>
            <a:spLocks noGrp="1"/>
          </p:cNvSpPr>
          <p:nvPr>
            <p:ph type="sldNum" sz="quarter" idx="5"/>
          </p:nvPr>
        </p:nvSpPr>
        <p:spPr/>
        <p:txBody>
          <a:bodyPr/>
          <a:lstStyle/>
          <a:p>
            <a:fld id="{D94ADF1A-0390-44A3-A6BE-D1F9C09B4C3B}" type="slidenum">
              <a:rPr lang="en-GB" smtClean="0"/>
              <a:t>9</a:t>
            </a:fld>
            <a:endParaRPr lang="en-GB"/>
          </a:p>
        </p:txBody>
      </p:sp>
    </p:spTree>
    <p:extLst>
      <p:ext uri="{BB962C8B-B14F-4D97-AF65-F5344CB8AC3E}">
        <p14:creationId xmlns:p14="http://schemas.microsoft.com/office/powerpoint/2010/main" val="2627586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7FE17-9640-F411-4881-542481103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D67F7-1E79-0E85-D589-242389840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22271-2DBA-3F3D-5C43-ABF0AD6EF70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95198C7-CB01-6172-FEC2-5ABF650892D2}"/>
              </a:ext>
            </a:extLst>
          </p:cNvPr>
          <p:cNvSpPr>
            <a:spLocks noGrp="1"/>
          </p:cNvSpPr>
          <p:nvPr>
            <p:ph type="sldNum" sz="quarter" idx="5"/>
          </p:nvPr>
        </p:nvSpPr>
        <p:spPr/>
        <p:txBody>
          <a:bodyPr/>
          <a:lstStyle/>
          <a:p>
            <a:fld id="{D94ADF1A-0390-44A3-A6BE-D1F9C09B4C3B}" type="slidenum">
              <a:rPr lang="en-GB" smtClean="0"/>
              <a:t>11</a:t>
            </a:fld>
            <a:endParaRPr lang="en-GB"/>
          </a:p>
        </p:txBody>
      </p:sp>
    </p:spTree>
    <p:extLst>
      <p:ext uri="{BB962C8B-B14F-4D97-AF65-F5344CB8AC3E}">
        <p14:creationId xmlns:p14="http://schemas.microsoft.com/office/powerpoint/2010/main" val="204386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KPI is asking for a weekly chart that shows how much waste (scrap) was produced compared to the total number of products sold. It wants the % based on the number of items NOT their cost.</a:t>
            </a:r>
          </a:p>
          <a:p>
            <a:endParaRPr lang="en-GB"/>
          </a:p>
          <a:p>
            <a:pPr marL="228568" indent="-228568">
              <a:buAutoNum type="arabicPeriod"/>
            </a:pPr>
            <a:r>
              <a:rPr lang="en-GB"/>
              <a:t>Man (People) – Human Factors such as skills, training, communication, or behaviour that may affect the process.</a:t>
            </a:r>
          </a:p>
          <a:p>
            <a:pPr marL="228568" indent="-228568">
              <a:buAutoNum type="arabicPeriod"/>
            </a:pPr>
            <a:r>
              <a:rPr lang="en-GB"/>
              <a:t>Machine - Includes tools, equipment, and technology involved in the process that might cause issues.</a:t>
            </a:r>
          </a:p>
          <a:p>
            <a:pPr marL="228568" indent="-228568">
              <a:buAutoNum type="arabicPeriod"/>
            </a:pPr>
            <a:r>
              <a:rPr lang="en-GB"/>
              <a:t>Materials – Covers raw materials, components, or consumables used in the process and their quality or availability.</a:t>
            </a:r>
          </a:p>
          <a:p>
            <a:pPr marL="228568" indent="-228568">
              <a:buAutoNum type="arabicPeriod"/>
            </a:pPr>
            <a:r>
              <a:rPr lang="en-GB"/>
              <a:t>Method – Refers to procedures, policies, or techniques followed in the process and whether they are effective or followed correctly.</a:t>
            </a:r>
          </a:p>
          <a:p>
            <a:pPr marL="228568" indent="-228568">
              <a:buAutoNum type="arabicPeriod"/>
            </a:pPr>
            <a:r>
              <a:rPr lang="en-GB"/>
              <a:t>Measurements – Involves the accuracy and reliability of data, measurements, and feedback systems used to monitor the process.</a:t>
            </a:r>
          </a:p>
          <a:p>
            <a:pPr marL="228568" indent="-228568">
              <a:buAutoNum type="arabicPeriod"/>
            </a:pPr>
            <a:r>
              <a:rPr lang="en-GB"/>
              <a:t>Mother Nature (Environment) Considers external factors such as environmental conditions (temperature, humidity) or organisational culture that could influence the outcome.</a:t>
            </a:r>
          </a:p>
          <a:p>
            <a:endParaRPr lang="en-GB"/>
          </a:p>
          <a:p>
            <a:endParaRPr lang="en-GB"/>
          </a:p>
          <a:p>
            <a:endParaRPr lang="en-GB"/>
          </a:p>
          <a:p>
            <a:endParaRPr lang="en-GB"/>
          </a:p>
        </p:txBody>
      </p:sp>
      <p:sp>
        <p:nvSpPr>
          <p:cNvPr id="4" name="Slide Number Placeholder 3"/>
          <p:cNvSpPr>
            <a:spLocks noGrp="1"/>
          </p:cNvSpPr>
          <p:nvPr>
            <p:ph type="sldNum" sz="quarter" idx="5"/>
          </p:nvPr>
        </p:nvSpPr>
        <p:spPr/>
        <p:txBody>
          <a:bodyPr/>
          <a:lstStyle/>
          <a:p>
            <a:fld id="{D94ADF1A-0390-44A3-A6BE-D1F9C09B4C3B}" type="slidenum">
              <a:rPr lang="en-GB" smtClean="0"/>
              <a:t>12</a:t>
            </a:fld>
            <a:endParaRPr lang="en-GB"/>
          </a:p>
        </p:txBody>
      </p:sp>
    </p:spTree>
    <p:extLst>
      <p:ext uri="{BB962C8B-B14F-4D97-AF65-F5344CB8AC3E}">
        <p14:creationId xmlns:p14="http://schemas.microsoft.com/office/powerpoint/2010/main" val="3889135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122363"/>
            <a:ext cx="6858000" cy="2387600"/>
          </a:xfrm>
        </p:spPr>
        <p:txBody>
          <a:bodyPr anchor="b"/>
          <a:lstStyle>
            <a:lvl1pPr algn="ctr">
              <a:defRPr sz="4500" spc="225"/>
            </a:lvl1pPr>
          </a:lstStyle>
          <a:p>
            <a:r>
              <a:rPr lang="en-US"/>
              <a:t>Click to edit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t>Click to edit Master subtitle style</a:t>
            </a:r>
          </a:p>
        </p:txBody>
      </p:sp>
    </p:spTree>
    <p:extLst>
      <p:ext uri="{BB962C8B-B14F-4D97-AF65-F5344CB8AC3E}">
        <p14:creationId xmlns:p14="http://schemas.microsoft.com/office/powerpoint/2010/main" val="3511832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7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122363"/>
            <a:ext cx="6858000" cy="2387600"/>
          </a:xfrm>
        </p:spPr>
        <p:txBody>
          <a:bodyPr anchor="b"/>
          <a:lstStyle>
            <a:lvl1pPr algn="ctr">
              <a:defRPr sz="4500" spc="225">
                <a:solidFill>
                  <a:schemeClr val="tx1"/>
                </a:solidFill>
              </a:defRPr>
            </a:lvl1pPr>
          </a:lstStyle>
          <a:p>
            <a:r>
              <a:rPr lang="en-US"/>
              <a:t>Click to edit title style</a:t>
            </a:r>
          </a:p>
        </p:txBody>
      </p:sp>
      <p:sp>
        <p:nvSpPr>
          <p:cNvPr id="3" name="Subtitle 2"/>
          <p:cNvSpPr>
            <a:spLocks noGrp="1"/>
          </p:cNvSpPr>
          <p:nvPr>
            <p:ph type="subTitle" idx="1"/>
          </p:nvPr>
        </p:nvSpPr>
        <p:spPr>
          <a:xfrm>
            <a:off x="1143000" y="3602038"/>
            <a:ext cx="6858000" cy="884618"/>
          </a:xfrm>
        </p:spPr>
        <p:txBody>
          <a:bodyPr/>
          <a:lstStyle>
            <a:lvl1pPr marL="0" indent="0" algn="ctr">
              <a:buNone/>
              <a:defRPr sz="1800">
                <a:solidFill>
                  <a:schemeClr val="tx1"/>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t>Click to edit Master subtitle style</a:t>
            </a:r>
          </a:p>
        </p:txBody>
      </p:sp>
      <p:pic>
        <p:nvPicPr>
          <p:cNvPr id="5" name="Picture 4" descr="A close up of a basket&#10;&#10;Description automatically generated">
            <a:extLst>
              <a:ext uri="{FF2B5EF4-FFF2-40B4-BE49-F238E27FC236}">
                <a16:creationId xmlns:a16="http://schemas.microsoft.com/office/drawing/2014/main" id="{DDDBE2FF-E7BE-C14B-AD27-5C8AF8200A1F}"/>
              </a:ext>
            </a:extLst>
          </p:cNvPr>
          <p:cNvPicPr>
            <a:picLocks noChangeAspect="1"/>
          </p:cNvPicPr>
          <p:nvPr userDrawn="1"/>
        </p:nvPicPr>
        <p:blipFill rotWithShape="1">
          <a:blip r:embed="rId2">
            <a:alphaModFix amt="75000"/>
          </a:blip>
          <a:srcRect b="81068"/>
          <a:stretch/>
        </p:blipFill>
        <p:spPr>
          <a:xfrm>
            <a:off x="15365" y="5635701"/>
            <a:ext cx="9144000" cy="1222299"/>
          </a:xfrm>
          <a:prstGeom prst="rect">
            <a:avLst/>
          </a:prstGeom>
        </p:spPr>
      </p:pic>
    </p:spTree>
    <p:extLst>
      <p:ext uri="{BB962C8B-B14F-4D97-AF65-F5344CB8AC3E}">
        <p14:creationId xmlns:p14="http://schemas.microsoft.com/office/powerpoint/2010/main" val="382199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122363"/>
            <a:ext cx="6858000" cy="2387600"/>
          </a:xfrm>
        </p:spPr>
        <p:txBody>
          <a:bodyPr anchor="b"/>
          <a:lstStyle>
            <a:lvl1pPr algn="ctr">
              <a:defRPr sz="4500" spc="225">
                <a:solidFill>
                  <a:schemeClr val="bg1"/>
                </a:solidFill>
              </a:defRPr>
            </a:lvl1pPr>
          </a:lstStyle>
          <a:p>
            <a:r>
              <a:rPr lang="en-US"/>
              <a:t>Click to edit title style</a:t>
            </a:r>
          </a:p>
        </p:txBody>
      </p:sp>
      <p:sp>
        <p:nvSpPr>
          <p:cNvPr id="3" name="Subtitle 2"/>
          <p:cNvSpPr>
            <a:spLocks noGrp="1"/>
          </p:cNvSpPr>
          <p:nvPr>
            <p:ph type="subTitle" idx="1"/>
          </p:nvPr>
        </p:nvSpPr>
        <p:spPr>
          <a:xfrm>
            <a:off x="1143000" y="3602038"/>
            <a:ext cx="6858000" cy="884618"/>
          </a:xfrm>
        </p:spPr>
        <p:txBody>
          <a:bodyPr/>
          <a:lstStyle>
            <a:lvl1pPr marL="0" indent="0" algn="ctr">
              <a:buNone/>
              <a:defRPr sz="1800">
                <a:solidFill>
                  <a:schemeClr val="bg2"/>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t>Click to edit Master subtitle style</a:t>
            </a:r>
          </a:p>
        </p:txBody>
      </p:sp>
      <p:pic>
        <p:nvPicPr>
          <p:cNvPr id="5" name="Picture 4" descr="A close up of a basket&#10;&#10;Description automatically generated">
            <a:extLst>
              <a:ext uri="{FF2B5EF4-FFF2-40B4-BE49-F238E27FC236}">
                <a16:creationId xmlns:a16="http://schemas.microsoft.com/office/drawing/2014/main" id="{DDDBE2FF-E7BE-C14B-AD27-5C8AF8200A1F}"/>
              </a:ext>
            </a:extLst>
          </p:cNvPr>
          <p:cNvPicPr>
            <a:picLocks noChangeAspect="1"/>
          </p:cNvPicPr>
          <p:nvPr userDrawn="1"/>
        </p:nvPicPr>
        <p:blipFill rotWithShape="1">
          <a:blip r:embed="rId2">
            <a:alphaModFix amt="25000"/>
          </a:blip>
          <a:srcRect b="81068"/>
          <a:stretch/>
        </p:blipFill>
        <p:spPr>
          <a:xfrm>
            <a:off x="15365" y="5635701"/>
            <a:ext cx="9144000" cy="1222299"/>
          </a:xfrm>
          <a:prstGeom prst="rect">
            <a:avLst/>
          </a:prstGeom>
        </p:spPr>
      </p:pic>
    </p:spTree>
    <p:extLst>
      <p:ext uri="{BB962C8B-B14F-4D97-AF65-F5344CB8AC3E}">
        <p14:creationId xmlns:p14="http://schemas.microsoft.com/office/powerpoint/2010/main" val="2996905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122363"/>
            <a:ext cx="6858000" cy="2387600"/>
          </a:xfrm>
        </p:spPr>
        <p:txBody>
          <a:bodyPr anchor="b"/>
          <a:lstStyle>
            <a:lvl1pPr algn="ctr">
              <a:defRPr sz="4500" spc="225">
                <a:solidFill>
                  <a:schemeClr val="bg1"/>
                </a:solidFill>
              </a:defRPr>
            </a:lvl1pPr>
          </a:lstStyle>
          <a:p>
            <a:r>
              <a:rPr lang="en-US"/>
              <a:t>Click to edit title style</a:t>
            </a:r>
          </a:p>
        </p:txBody>
      </p:sp>
      <p:sp>
        <p:nvSpPr>
          <p:cNvPr id="3" name="Subtitle 2"/>
          <p:cNvSpPr>
            <a:spLocks noGrp="1"/>
          </p:cNvSpPr>
          <p:nvPr>
            <p:ph type="subTitle" idx="1"/>
          </p:nvPr>
        </p:nvSpPr>
        <p:spPr>
          <a:xfrm>
            <a:off x="1143000" y="3602038"/>
            <a:ext cx="6858000" cy="884618"/>
          </a:xfrm>
        </p:spPr>
        <p:txBody>
          <a:bodyPr/>
          <a:lstStyle>
            <a:lvl1pPr marL="0" indent="0" algn="ctr">
              <a:buNone/>
              <a:defRPr sz="1800">
                <a:solidFill>
                  <a:schemeClr val="bg2"/>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t>Click to edit Master subtitle style</a:t>
            </a:r>
          </a:p>
        </p:txBody>
      </p:sp>
      <p:pic>
        <p:nvPicPr>
          <p:cNvPr id="5" name="Picture 4" descr="A close up of a basket&#10;&#10;Description automatically generated">
            <a:extLst>
              <a:ext uri="{FF2B5EF4-FFF2-40B4-BE49-F238E27FC236}">
                <a16:creationId xmlns:a16="http://schemas.microsoft.com/office/drawing/2014/main" id="{DDDBE2FF-E7BE-C14B-AD27-5C8AF8200A1F}"/>
              </a:ext>
            </a:extLst>
          </p:cNvPr>
          <p:cNvPicPr>
            <a:picLocks noChangeAspect="1"/>
          </p:cNvPicPr>
          <p:nvPr userDrawn="1"/>
        </p:nvPicPr>
        <p:blipFill rotWithShape="1">
          <a:blip r:embed="rId2">
            <a:alphaModFix amt="25000"/>
          </a:blip>
          <a:srcRect b="81068"/>
          <a:stretch/>
        </p:blipFill>
        <p:spPr>
          <a:xfrm>
            <a:off x="15365" y="5635701"/>
            <a:ext cx="9144000" cy="1222299"/>
          </a:xfrm>
          <a:prstGeom prst="rect">
            <a:avLst/>
          </a:prstGeom>
        </p:spPr>
      </p:pic>
    </p:spTree>
    <p:extLst>
      <p:ext uri="{BB962C8B-B14F-4D97-AF65-F5344CB8AC3E}">
        <p14:creationId xmlns:p14="http://schemas.microsoft.com/office/powerpoint/2010/main" val="3805238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6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122363"/>
            <a:ext cx="6858000" cy="2387600"/>
          </a:xfrm>
        </p:spPr>
        <p:txBody>
          <a:bodyPr anchor="b"/>
          <a:lstStyle>
            <a:lvl1pPr algn="ctr">
              <a:defRPr sz="4500" spc="225">
                <a:solidFill>
                  <a:schemeClr val="bg1"/>
                </a:solidFill>
              </a:defRPr>
            </a:lvl1pPr>
          </a:lstStyle>
          <a:p>
            <a:r>
              <a:rPr lang="en-US"/>
              <a:t>Click to edit title style</a:t>
            </a:r>
          </a:p>
        </p:txBody>
      </p:sp>
      <p:sp>
        <p:nvSpPr>
          <p:cNvPr id="3" name="Subtitle 2"/>
          <p:cNvSpPr>
            <a:spLocks noGrp="1"/>
          </p:cNvSpPr>
          <p:nvPr>
            <p:ph type="subTitle" idx="1"/>
          </p:nvPr>
        </p:nvSpPr>
        <p:spPr>
          <a:xfrm>
            <a:off x="1143000" y="3602038"/>
            <a:ext cx="6858000" cy="884618"/>
          </a:xfrm>
        </p:spPr>
        <p:txBody>
          <a:bodyPr/>
          <a:lstStyle>
            <a:lvl1pPr marL="0" indent="0" algn="ctr">
              <a:buNone/>
              <a:defRPr sz="1800">
                <a:solidFill>
                  <a:schemeClr val="bg2"/>
                </a:solidFill>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t>Click to edit Master subtitle style</a:t>
            </a:r>
          </a:p>
        </p:txBody>
      </p:sp>
      <p:pic>
        <p:nvPicPr>
          <p:cNvPr id="5" name="Picture 4" descr="A close up of a basket&#10;&#10;Description automatically generated">
            <a:extLst>
              <a:ext uri="{FF2B5EF4-FFF2-40B4-BE49-F238E27FC236}">
                <a16:creationId xmlns:a16="http://schemas.microsoft.com/office/drawing/2014/main" id="{DDDBE2FF-E7BE-C14B-AD27-5C8AF8200A1F}"/>
              </a:ext>
            </a:extLst>
          </p:cNvPr>
          <p:cNvPicPr>
            <a:picLocks noChangeAspect="1"/>
          </p:cNvPicPr>
          <p:nvPr userDrawn="1"/>
        </p:nvPicPr>
        <p:blipFill rotWithShape="1">
          <a:blip r:embed="rId2">
            <a:alphaModFix amt="25000"/>
          </a:blip>
          <a:srcRect b="81068"/>
          <a:stretch/>
        </p:blipFill>
        <p:spPr>
          <a:xfrm>
            <a:off x="15365" y="5635701"/>
            <a:ext cx="9144000" cy="1222299"/>
          </a:xfrm>
          <a:prstGeom prst="rect">
            <a:avLst/>
          </a:prstGeom>
        </p:spPr>
      </p:pic>
    </p:spTree>
    <p:extLst>
      <p:ext uri="{BB962C8B-B14F-4D97-AF65-F5344CB8AC3E}">
        <p14:creationId xmlns:p14="http://schemas.microsoft.com/office/powerpoint/2010/main" val="2795902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1" name="Content Placeholder 2"/>
          <p:cNvSpPr>
            <a:spLocks noGrp="1"/>
          </p:cNvSpPr>
          <p:nvPr>
            <p:ph idx="10"/>
          </p:nvPr>
        </p:nvSpPr>
        <p:spPr>
          <a:xfrm>
            <a:off x="657282" y="1736154"/>
            <a:ext cx="7152456" cy="4800600"/>
          </a:xfrm>
        </p:spPr>
        <p:txBody>
          <a:bodyPr/>
          <a:lstStyle>
            <a:lvl1pPr marL="0" indent="0">
              <a:buFont typeface="Trebuchet MS" pitchFamily="34" charset="0"/>
              <a:buNone/>
              <a:defRPr b="0" i="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buClr>
                <a:schemeClr val="accent2"/>
              </a:buClr>
              <a:buSzPct val="120000"/>
              <a:buFont typeface="Arial" pitchFamily="34" charset="0"/>
              <a:buChar char="•"/>
              <a:defRPr sz="1050" b="0" i="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buClr>
                <a:schemeClr val="accent2"/>
              </a:buClr>
              <a:buSzPct val="60000"/>
              <a:buFont typeface=".HelveticaNeueDeskInterface-Regular" charset="-120"/>
              <a:buChar char="-"/>
              <a:defRPr sz="825" b="0" i="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buClr>
                <a:schemeClr val="accent2"/>
              </a:buClr>
              <a:buSzPct val="60000"/>
              <a:buFont typeface=".HelveticaNeueDeskInterface-Regular" charset="-120"/>
              <a:buChar char="-"/>
              <a:defRPr sz="825" b="0" i="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buClr>
                <a:schemeClr val="accent2"/>
              </a:buClr>
              <a:buSzPct val="60000"/>
              <a:buFont typeface=".HelveticaNeueDeskInterface-Regular" charset="-120"/>
              <a:buChar char="-"/>
              <a:defRPr sz="825" b="0" i="0">
                <a:solidFill>
                  <a:schemeClr val="tx1"/>
                </a:solidFill>
                <a:latin typeface="Corbel" panose="020B0503020204020204" pitchFamily="34" charset="0"/>
                <a:ea typeface="Corbel" panose="020B0503020204020204" pitchFamily="34" charset="0"/>
                <a:cs typeface="Corbel" panose="020B0503020204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p:cNvSpPr>
            <a:spLocks noGrp="1"/>
          </p:cNvSpPr>
          <p:nvPr>
            <p:ph type="title"/>
          </p:nvPr>
        </p:nvSpPr>
        <p:spPr>
          <a:xfrm>
            <a:off x="657282" y="644970"/>
            <a:ext cx="8136904" cy="914400"/>
          </a:xfrm>
          <a:prstGeom prst="rect">
            <a:avLst/>
          </a:prstGeom>
        </p:spPr>
        <p:txBody>
          <a:bodyPr anchor="ctr" anchorCtr="0">
            <a:noAutofit/>
          </a:bodyPr>
          <a:lstStyle>
            <a:lvl1pPr algn="l">
              <a:defRPr lang="en-US" sz="3000" b="1" i="0" kern="1200" dirty="0">
                <a:solidFill>
                  <a:schemeClr val="tx2"/>
                </a:solidFill>
                <a:effectLst/>
                <a:latin typeface="Corbel" panose="020B0503020204020204" pitchFamily="34" charset="0"/>
                <a:ea typeface="Corbel" panose="020B0503020204020204" pitchFamily="34" charset="0"/>
                <a:cs typeface="Corbel" panose="020B0503020204020204" pitchFamily="34" charset="0"/>
              </a:defRPr>
            </a:lvl1pPr>
          </a:lstStyle>
          <a:p>
            <a:r>
              <a:rPr lang="en-US"/>
              <a:t>Click to edit Master title style</a:t>
            </a:r>
          </a:p>
        </p:txBody>
      </p:sp>
    </p:spTree>
    <p:extLst>
      <p:ext uri="{BB962C8B-B14F-4D97-AF65-F5344CB8AC3E}">
        <p14:creationId xmlns:p14="http://schemas.microsoft.com/office/powerpoint/2010/main" val="1000296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ple Quotes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630678"/>
            <a:ext cx="8150646" cy="983556"/>
          </a:xfrm>
        </p:spPr>
        <p:txBody>
          <a:bodyPr/>
          <a:lstStyle/>
          <a:p>
            <a:r>
              <a:rPr lang="en-US"/>
              <a:t>Click to edit Master title style</a:t>
            </a:r>
            <a:endParaRPr lang="en-GB"/>
          </a:p>
        </p:txBody>
      </p:sp>
      <p:sp>
        <p:nvSpPr>
          <p:cNvPr id="3" name="Content Placeholder 2"/>
          <p:cNvSpPr>
            <a:spLocks noGrp="1"/>
          </p:cNvSpPr>
          <p:nvPr>
            <p:ph idx="1" hasCustomPrompt="1"/>
          </p:nvPr>
        </p:nvSpPr>
        <p:spPr>
          <a:xfrm>
            <a:off x="630936" y="1757363"/>
            <a:ext cx="2529961" cy="3705003"/>
          </a:xfrm>
        </p:spPr>
        <p:txBody>
          <a:bodyPr/>
          <a:lstStyle>
            <a:lvl1pPr marL="91679" indent="-91679">
              <a:buSzPct val="90000"/>
              <a:buNone/>
              <a:defRPr sz="1500"/>
            </a:lvl1pPr>
            <a:lvl2pPr marL="270272" indent="0" algn="r">
              <a:buSzPct val="90000"/>
              <a:buNone/>
              <a:defRPr sz="1350"/>
            </a:lvl2pPr>
            <a:lvl3pPr>
              <a:buSzPct val="90000"/>
              <a:defRPr/>
            </a:lvl3pPr>
            <a:lvl4pPr>
              <a:buSzPct val="90000"/>
              <a:defRPr/>
            </a:lvl4pPr>
            <a:lvl5pPr>
              <a:buSzPct val="90000"/>
              <a:defRPr/>
            </a:lvl5pPr>
          </a:lstStyle>
          <a:p>
            <a:pPr lvl="0"/>
            <a:r>
              <a:rPr lang="en-US"/>
              <a:t>“Click to edit Master text styles”</a:t>
            </a:r>
          </a:p>
          <a:p>
            <a:pPr lvl="1"/>
            <a:r>
              <a:rPr lang="en-US"/>
              <a:t>Second level</a:t>
            </a:r>
          </a:p>
        </p:txBody>
      </p:sp>
      <p:sp>
        <p:nvSpPr>
          <p:cNvPr id="9" name="Content Placeholder 2"/>
          <p:cNvSpPr>
            <a:spLocks noGrp="1"/>
          </p:cNvSpPr>
          <p:nvPr>
            <p:ph idx="14" hasCustomPrompt="1"/>
          </p:nvPr>
        </p:nvSpPr>
        <p:spPr>
          <a:xfrm>
            <a:off x="3440136" y="1757363"/>
            <a:ext cx="2529961" cy="3704654"/>
          </a:xfrm>
        </p:spPr>
        <p:txBody>
          <a:bodyPr/>
          <a:lstStyle>
            <a:lvl1pPr marL="91679" indent="-91679">
              <a:buSzPct val="90000"/>
              <a:buNone/>
              <a:defRPr sz="1500"/>
            </a:lvl1pPr>
            <a:lvl2pPr marL="270272" indent="0" algn="r">
              <a:buSzPct val="90000"/>
              <a:buNone/>
              <a:defRPr sz="1350"/>
            </a:lvl2pPr>
            <a:lvl3pPr>
              <a:buSzPct val="90000"/>
              <a:defRPr/>
            </a:lvl3pPr>
            <a:lvl4pPr>
              <a:buSzPct val="90000"/>
              <a:defRPr/>
            </a:lvl4pPr>
            <a:lvl5pPr>
              <a:buSzPct val="90000"/>
              <a:defRPr/>
            </a:lvl5pPr>
          </a:lstStyle>
          <a:p>
            <a:pPr lvl="0"/>
            <a:r>
              <a:rPr lang="en-US"/>
              <a:t>“Click to edit Master text styles”</a:t>
            </a:r>
          </a:p>
          <a:p>
            <a:pPr lvl="1"/>
            <a:r>
              <a:rPr lang="en-US"/>
              <a:t>Second level</a:t>
            </a:r>
          </a:p>
        </p:txBody>
      </p:sp>
      <p:sp>
        <p:nvSpPr>
          <p:cNvPr id="10" name="Content Placeholder 2"/>
          <p:cNvSpPr>
            <a:spLocks noGrp="1"/>
          </p:cNvSpPr>
          <p:nvPr>
            <p:ph idx="15" hasCustomPrompt="1"/>
          </p:nvPr>
        </p:nvSpPr>
        <p:spPr>
          <a:xfrm>
            <a:off x="6249336" y="1757363"/>
            <a:ext cx="2529961" cy="3705003"/>
          </a:xfrm>
        </p:spPr>
        <p:txBody>
          <a:bodyPr/>
          <a:lstStyle>
            <a:lvl1pPr marL="91679" indent="-91679">
              <a:buSzPct val="90000"/>
              <a:buNone/>
              <a:defRPr sz="1500"/>
            </a:lvl1pPr>
            <a:lvl2pPr marL="270272" indent="0" algn="r">
              <a:buSzPct val="90000"/>
              <a:buNone/>
              <a:defRPr sz="1350"/>
            </a:lvl2pPr>
            <a:lvl3pPr>
              <a:buSzPct val="90000"/>
              <a:defRPr/>
            </a:lvl3pPr>
            <a:lvl4pPr>
              <a:buSzPct val="90000"/>
              <a:defRPr/>
            </a:lvl4pPr>
            <a:lvl5pPr>
              <a:buSzPct val="9000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46202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sp>
        <p:nvSpPr>
          <p:cNvPr id="5" name="Title 1"/>
          <p:cNvSpPr>
            <a:spLocks noGrp="1"/>
          </p:cNvSpPr>
          <p:nvPr>
            <p:ph type="title"/>
          </p:nvPr>
        </p:nvSpPr>
        <p:spPr>
          <a:xfrm>
            <a:off x="956598" y="2010156"/>
            <a:ext cx="5925786" cy="1287026"/>
          </a:xfrm>
          <a:prstGeom prst="rect">
            <a:avLst/>
          </a:prstGeom>
        </p:spPr>
        <p:txBody>
          <a:bodyPr lIns="0" tIns="0" rIns="0" bIns="0" anchor="b"/>
          <a:lstStyle>
            <a:lvl1pPr>
              <a:defRPr>
                <a:solidFill>
                  <a:schemeClr val="tx1"/>
                </a:solidFill>
                <a:latin typeface="Corbel" panose="020B0503020204020204" pitchFamily="34" charset="0"/>
                <a:cs typeface="Arial"/>
              </a:defRPr>
            </a:lvl1pPr>
          </a:lstStyle>
          <a:p>
            <a:r>
              <a:rPr lang="en-US"/>
              <a:t>Click to edit Master title style</a:t>
            </a:r>
            <a:endParaRPr lang="en-GB"/>
          </a:p>
        </p:txBody>
      </p:sp>
      <p:sp>
        <p:nvSpPr>
          <p:cNvPr id="6" name="Text Placeholder 8"/>
          <p:cNvSpPr>
            <a:spLocks noGrp="1"/>
          </p:cNvSpPr>
          <p:nvPr>
            <p:ph type="body" sz="quarter" idx="10"/>
          </p:nvPr>
        </p:nvSpPr>
        <p:spPr>
          <a:xfrm>
            <a:off x="956406" y="3297182"/>
            <a:ext cx="5925978" cy="1232654"/>
          </a:xfrm>
          <a:prstGeom prst="rect">
            <a:avLst/>
          </a:prstGeom>
        </p:spPr>
        <p:txBody>
          <a:bodyPr lIns="0" tIns="0" rIns="0" bIns="0" anchor="ctr">
            <a:noAutofit/>
          </a:bodyPr>
          <a:lstStyle>
            <a:lvl1pPr marL="0" indent="0">
              <a:buNone/>
              <a:defRPr sz="1800">
                <a:solidFill>
                  <a:schemeClr val="bg2"/>
                </a:solidFill>
                <a:latin typeface="Corbel" panose="020B0503020204020204" pitchFamily="34" charset="0"/>
                <a:cs typeface="Arial"/>
              </a:defRPr>
            </a:lvl1pPr>
            <a:lvl2pPr marL="342900" indent="0">
              <a:buNone/>
              <a:defRPr sz="1500">
                <a:solidFill>
                  <a:schemeClr val="bg2"/>
                </a:solidFill>
              </a:defRPr>
            </a:lvl2pPr>
            <a:lvl3pPr>
              <a:defRPr sz="1500">
                <a:solidFill>
                  <a:schemeClr val="bg2"/>
                </a:solidFill>
              </a:defRPr>
            </a:lvl3pPr>
            <a:lvl4pPr>
              <a:defRPr sz="1500">
                <a:solidFill>
                  <a:schemeClr val="bg2"/>
                </a:solidFill>
              </a:defRPr>
            </a:lvl4pPr>
            <a:lvl5pPr>
              <a:defRPr sz="1500">
                <a:solidFill>
                  <a:schemeClr val="bg2"/>
                </a:solidFill>
              </a:defRPr>
            </a:lvl5pPr>
          </a:lstStyle>
          <a:p>
            <a:pPr lvl="0"/>
            <a:r>
              <a:rPr lang="en-US"/>
              <a:t>Edit Master text styles</a:t>
            </a:r>
          </a:p>
        </p:txBody>
      </p:sp>
    </p:spTree>
    <p:extLst>
      <p:ext uri="{BB962C8B-B14F-4D97-AF65-F5344CB8AC3E}">
        <p14:creationId xmlns:p14="http://schemas.microsoft.com/office/powerpoint/2010/main" val="172951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2 Column">
    <p:spTree>
      <p:nvGrpSpPr>
        <p:cNvPr id="1" name=""/>
        <p:cNvGrpSpPr/>
        <p:nvPr/>
      </p:nvGrpSpPr>
      <p:grpSpPr>
        <a:xfrm>
          <a:off x="0" y="0"/>
          <a:ext cx="0" cy="0"/>
          <a:chOff x="0" y="0"/>
          <a:chExt cx="0" cy="0"/>
        </a:xfrm>
      </p:grpSpPr>
      <p:sp>
        <p:nvSpPr>
          <p:cNvPr id="3" name="Content Placeholder 2"/>
          <p:cNvSpPr>
            <a:spLocks noGrp="1"/>
          </p:cNvSpPr>
          <p:nvPr>
            <p:ph idx="10"/>
          </p:nvPr>
        </p:nvSpPr>
        <p:spPr>
          <a:xfrm>
            <a:off x="650422" y="2082801"/>
            <a:ext cx="4598234" cy="3708401"/>
          </a:xfrm>
        </p:spPr>
        <p:txBody>
          <a:bodyPr/>
          <a:lstStyle>
            <a:lvl1pPr marL="0" indent="0">
              <a:buFont typeface="Trebuchet MS" pitchFamily="34" charset="0"/>
              <a:buNone/>
              <a:defRPr sz="1500" b="0" i="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1pPr>
            <a:lvl2pPr marL="557213" indent="-214313">
              <a:buClr>
                <a:schemeClr val="accent2"/>
              </a:buClr>
              <a:buSzPct val="120000"/>
              <a:buFont typeface="Arial" charset="0"/>
              <a:buChar char="•"/>
              <a:defRPr lang="en-US" sz="1500" b="0" i="0" kern="1200" dirty="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2pPr>
            <a:lvl3pPr marL="857250" indent="-171450">
              <a:buClr>
                <a:schemeClr val="accent2"/>
              </a:buClr>
              <a:buSzPct val="60000"/>
              <a:buFont typeface=".HelveticaNeueDeskInterface-Regular" charset="-120"/>
              <a:buChar char="-"/>
              <a:defRPr sz="1500" b="0" i="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3pPr>
            <a:lvl4pPr marL="1200150" indent="-171450">
              <a:buClr>
                <a:schemeClr val="accent2"/>
              </a:buClr>
              <a:buSzPct val="60000"/>
              <a:buFont typeface=".HelveticaNeueDeskInterface-Regular" charset="-120"/>
              <a:buChar char="-"/>
              <a:defRPr sz="1350" b="0" i="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4pPr>
            <a:lvl5pPr marL="1543050" indent="-171450">
              <a:buClr>
                <a:schemeClr val="accent2"/>
              </a:buClr>
              <a:buSzPct val="60000"/>
              <a:buFont typeface=".HelveticaNeueDeskInterface-Regular" charset="-120"/>
              <a:buChar char="-"/>
              <a:defRPr sz="1350" b="0" i="0">
                <a:solidFill>
                  <a:schemeClr val="tx1"/>
                </a:solidFill>
                <a:latin typeface="Helvetica Neue Light" panose="02000403000000020004" pitchFamily="2" charset="0"/>
                <a:ea typeface="Helvetica Neue Light" panose="02000403000000020004" pitchFamily="2" charset="0"/>
                <a:cs typeface="Helvetica Neue Light" panose="0200040300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650424" y="646176"/>
            <a:ext cx="4667903" cy="801624"/>
          </a:xfrm>
          <a:prstGeom prst="rect">
            <a:avLst/>
          </a:prstGeom>
        </p:spPr>
        <p:txBody>
          <a:bodyPr anchor="b" anchorCtr="0">
            <a:noAutofit/>
          </a:bodyPr>
          <a:lstStyle>
            <a:lvl1pPr algn="l">
              <a:defRPr lang="en-US" sz="2700" b="1" i="0" kern="1200" dirty="0">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Click to edit Master title style</a:t>
            </a:r>
          </a:p>
        </p:txBody>
      </p:sp>
      <p:sp>
        <p:nvSpPr>
          <p:cNvPr id="9" name="Picture Placeholder 8">
            <a:extLst>
              <a:ext uri="{FF2B5EF4-FFF2-40B4-BE49-F238E27FC236}">
                <a16:creationId xmlns:a16="http://schemas.microsoft.com/office/drawing/2014/main" id="{FA2F7D23-E8EC-444A-A3E2-43C6A876CB2E}"/>
              </a:ext>
            </a:extLst>
          </p:cNvPr>
          <p:cNvSpPr>
            <a:spLocks noGrp="1"/>
          </p:cNvSpPr>
          <p:nvPr>
            <p:ph type="pic" sz="quarter" idx="12"/>
          </p:nvPr>
        </p:nvSpPr>
        <p:spPr>
          <a:xfrm>
            <a:off x="5623560" y="9832"/>
            <a:ext cx="3520441" cy="6858000"/>
          </a:xfrm>
          <a:custGeom>
            <a:avLst/>
            <a:gdLst>
              <a:gd name="connsiteX0" fmla="*/ 15704 w 5288291"/>
              <a:gd name="connsiteY0" fmla="*/ 0 h 6858000"/>
              <a:gd name="connsiteX1" fmla="*/ 5288291 w 5288291"/>
              <a:gd name="connsiteY1" fmla="*/ 0 h 6858000"/>
              <a:gd name="connsiteX2" fmla="*/ 5288291 w 5288291"/>
              <a:gd name="connsiteY2" fmla="*/ 6858000 h 6858000"/>
              <a:gd name="connsiteX3" fmla="*/ 824718 w 5288291"/>
              <a:gd name="connsiteY3" fmla="*/ 6858000 h 6858000"/>
              <a:gd name="connsiteX4" fmla="*/ 870324 w 5288291"/>
              <a:gd name="connsiteY4" fmla="*/ 6678413 h 6858000"/>
              <a:gd name="connsiteX5" fmla="*/ 4498 w 5288291"/>
              <a:gd name="connsiteY5" fmla="*/ 2265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88291" h="6858000">
                <a:moveTo>
                  <a:pt x="15704" y="0"/>
                </a:moveTo>
                <a:lnTo>
                  <a:pt x="5288291" y="0"/>
                </a:lnTo>
                <a:lnTo>
                  <a:pt x="5288291" y="6858000"/>
                </a:lnTo>
                <a:lnTo>
                  <a:pt x="824718" y="6858000"/>
                </a:lnTo>
                <a:lnTo>
                  <a:pt x="870324" y="6678413"/>
                </a:lnTo>
                <a:cubicBezTo>
                  <a:pt x="1456063" y="4123104"/>
                  <a:pt x="-93740" y="3389742"/>
                  <a:pt x="4498" y="226542"/>
                </a:cubicBezTo>
                <a:close/>
              </a:path>
            </a:pathLst>
          </a:custGeom>
          <a:solidFill>
            <a:schemeClr val="bg1">
              <a:lumMod val="95000"/>
            </a:schemeClr>
          </a:solidFill>
        </p:spPr>
        <p:txBody>
          <a:bodyPr wrap="square" rtlCol="0">
            <a:noAutofit/>
          </a:bodyPr>
          <a:lstStyle>
            <a:lvl1pPr>
              <a:defRPr sz="100"/>
            </a:lvl1pPr>
          </a:lstStyle>
          <a:p>
            <a:pPr lvl="0"/>
            <a:r>
              <a:rPr lang="en-US" noProof="0"/>
              <a:t>Click icon to add picture</a:t>
            </a:r>
            <a:endParaRPr lang="en-GB" noProof="0"/>
          </a:p>
        </p:txBody>
      </p:sp>
      <p:sp>
        <p:nvSpPr>
          <p:cNvPr id="4" name="Text Placeholder 3">
            <a:extLst>
              <a:ext uri="{FF2B5EF4-FFF2-40B4-BE49-F238E27FC236}">
                <a16:creationId xmlns:a16="http://schemas.microsoft.com/office/drawing/2014/main" id="{506CBEAD-1075-CB48-A279-AFFA97640A71}"/>
              </a:ext>
            </a:extLst>
          </p:cNvPr>
          <p:cNvSpPr>
            <a:spLocks noGrp="1"/>
          </p:cNvSpPr>
          <p:nvPr>
            <p:ph type="body" sz="quarter" idx="13"/>
          </p:nvPr>
        </p:nvSpPr>
        <p:spPr>
          <a:xfrm>
            <a:off x="649890" y="1612900"/>
            <a:ext cx="4598867" cy="304800"/>
          </a:xfrm>
        </p:spPr>
        <p:txBody>
          <a:bodyPr/>
          <a:lstStyle>
            <a:lvl1pPr marL="0" indent="0">
              <a:buNone/>
              <a:defRPr b="0" i="0">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342883" indent="0">
              <a:buNone/>
              <a:defRPr b="1" i="0">
                <a:latin typeface="DIN 2014" panose="020B0504020202020204" pitchFamily="34" charset="77"/>
                <a:ea typeface="DIN 2014" panose="020B0504020202020204" pitchFamily="34" charset="77"/>
              </a:defRPr>
            </a:lvl2pPr>
            <a:lvl3pPr marL="685765" indent="0">
              <a:buNone/>
              <a:defRPr b="1" i="0">
                <a:latin typeface="DIN 2014" panose="020B0504020202020204" pitchFamily="34" charset="77"/>
                <a:ea typeface="DIN 2014" panose="020B0504020202020204" pitchFamily="34" charset="77"/>
              </a:defRPr>
            </a:lvl3pPr>
            <a:lvl4pPr marL="1028648" indent="0">
              <a:buNone/>
              <a:defRPr b="1" i="0">
                <a:latin typeface="DIN 2014" panose="020B0504020202020204" pitchFamily="34" charset="77"/>
                <a:ea typeface="DIN 2014" panose="020B0504020202020204" pitchFamily="34" charset="77"/>
              </a:defRPr>
            </a:lvl4pPr>
            <a:lvl5pPr marL="1371532" indent="0">
              <a:buNone/>
              <a:defRPr b="1" i="0">
                <a:latin typeface="DIN 2014" panose="020B0504020202020204" pitchFamily="34" charset="77"/>
                <a:ea typeface="DIN 2014" panose="020B0504020202020204" pitchFamily="34" charset="77"/>
              </a:defRPr>
            </a:lvl5pPr>
          </a:lstStyle>
          <a:p>
            <a:pPr lvl="0"/>
            <a:r>
              <a:rPr lang="en-US"/>
              <a:t>Edit Master text styles</a:t>
            </a:r>
          </a:p>
        </p:txBody>
      </p:sp>
      <p:sp>
        <p:nvSpPr>
          <p:cNvPr id="8" name="TextBox 7">
            <a:extLst>
              <a:ext uri="{FF2B5EF4-FFF2-40B4-BE49-F238E27FC236}">
                <a16:creationId xmlns:a16="http://schemas.microsoft.com/office/drawing/2014/main" id="{BD6588F0-0A89-9B45-B1B1-386C78A599E1}"/>
              </a:ext>
            </a:extLst>
          </p:cNvPr>
          <p:cNvSpPr txBox="1"/>
          <p:nvPr userDrawn="1"/>
        </p:nvSpPr>
        <p:spPr>
          <a:xfrm>
            <a:off x="6395638" y="-412955"/>
            <a:ext cx="1784555" cy="253916"/>
          </a:xfrm>
          <a:prstGeom prst="rect">
            <a:avLst/>
          </a:prstGeom>
          <a:noFill/>
        </p:spPr>
        <p:txBody>
          <a:bodyPr wrap="square" rtlCol="0">
            <a:spAutoFit/>
          </a:bodyPr>
          <a:lstStyle/>
          <a:p>
            <a:pPr algn="ctr"/>
            <a:r>
              <a:rPr lang="en-US" sz="1050">
                <a:solidFill>
                  <a:srgbClr val="FF0000"/>
                </a:solidFill>
              </a:rPr>
              <a:t>Click to insert picture</a:t>
            </a:r>
          </a:p>
        </p:txBody>
      </p:sp>
    </p:spTree>
    <p:extLst>
      <p:ext uri="{BB962C8B-B14F-4D97-AF65-F5344CB8AC3E}">
        <p14:creationId xmlns:p14="http://schemas.microsoft.com/office/powerpoint/2010/main" val="2791795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4" name="Rectangle 3"/>
          <p:cNvSpPr/>
          <p:nvPr userDrawn="1"/>
        </p:nvSpPr>
        <p:spPr>
          <a:xfrm>
            <a:off x="4572000" y="0"/>
            <a:ext cx="4572000" cy="6858000"/>
          </a:xfrm>
          <a:prstGeom prst="rect">
            <a:avLst/>
          </a:prstGeom>
          <a:solidFill>
            <a:srgbClr val="2F43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effectLst>
                <a:outerShdw blurRad="38100" dist="38100" dir="2700000" algn="tl">
                  <a:srgbClr val="000000">
                    <a:alpha val="43137"/>
                  </a:srgbClr>
                </a:outerShdw>
              </a:effectLst>
            </a:endParaRPr>
          </a:p>
        </p:txBody>
      </p:sp>
      <p:sp>
        <p:nvSpPr>
          <p:cNvPr id="12" name="Title 1"/>
          <p:cNvSpPr>
            <a:spLocks noGrp="1"/>
          </p:cNvSpPr>
          <p:nvPr>
            <p:ph type="title"/>
          </p:nvPr>
        </p:nvSpPr>
        <p:spPr>
          <a:xfrm>
            <a:off x="457200" y="1605174"/>
            <a:ext cx="3733800" cy="1673915"/>
          </a:xfrm>
          <a:prstGeom prst="rect">
            <a:avLst/>
          </a:prstGeom>
        </p:spPr>
        <p:txBody>
          <a:bodyPr anchor="b" anchorCtr="0">
            <a:noAutofit/>
          </a:bodyPr>
          <a:lstStyle>
            <a:lvl1pPr algn="l">
              <a:defRPr sz="4050" b="1" i="0">
                <a:solidFill>
                  <a:schemeClr val="tx2"/>
                </a:solidFill>
                <a:latin typeface="Corbel" panose="020B0503020204020204" pitchFamily="34" charset="0"/>
                <a:ea typeface="Corbel" panose="020B0503020204020204" pitchFamily="34" charset="0"/>
                <a:cs typeface="Corbel" panose="020B0503020204020204" pitchFamily="34" charset="0"/>
              </a:defRPr>
            </a:lvl1pPr>
          </a:lstStyle>
          <a:p>
            <a:r>
              <a:rPr lang="en-US"/>
              <a:t>Click to edit Master title style</a:t>
            </a:r>
          </a:p>
        </p:txBody>
      </p:sp>
      <p:sp>
        <p:nvSpPr>
          <p:cNvPr id="16" name="Text Placeholder 15"/>
          <p:cNvSpPr>
            <a:spLocks noGrp="1"/>
          </p:cNvSpPr>
          <p:nvPr>
            <p:ph type="body" sz="quarter" idx="10" hasCustomPrompt="1"/>
          </p:nvPr>
        </p:nvSpPr>
        <p:spPr>
          <a:xfrm>
            <a:off x="553995" y="3288441"/>
            <a:ext cx="3429000" cy="990600"/>
          </a:xfrm>
        </p:spPr>
        <p:txBody>
          <a:bodyPr/>
          <a:lstStyle>
            <a:lvl1pPr>
              <a:defRPr sz="1200">
                <a:latin typeface="Corbel" panose="020B0503020204020204" pitchFamily="34" charset="0"/>
                <a:ea typeface="Corbel" panose="020B0503020204020204" pitchFamily="34" charset="0"/>
                <a:cs typeface="Corbel" panose="020B0503020204020204" pitchFamily="34" charset="0"/>
              </a:defRPr>
            </a:lvl1pPr>
          </a:lstStyle>
          <a:p>
            <a:pPr lvl="0"/>
            <a:r>
              <a:rPr lang="en-US"/>
              <a:t>Click to add text</a:t>
            </a:r>
          </a:p>
        </p:txBody>
      </p:sp>
      <p:sp>
        <p:nvSpPr>
          <p:cNvPr id="17" name="Text Placeholder 15"/>
          <p:cNvSpPr>
            <a:spLocks noGrp="1"/>
          </p:cNvSpPr>
          <p:nvPr>
            <p:ph type="body" sz="quarter" idx="11" hasCustomPrompt="1"/>
          </p:nvPr>
        </p:nvSpPr>
        <p:spPr>
          <a:xfrm>
            <a:off x="5336059" y="1143000"/>
            <a:ext cx="3429000" cy="990600"/>
          </a:xfrm>
        </p:spPr>
        <p:txBody>
          <a:bodyPr/>
          <a:lstStyle>
            <a:lvl1pPr>
              <a:defRPr sz="900">
                <a:solidFill>
                  <a:srgbClr val="FFFFFF"/>
                </a:solidFill>
                <a:latin typeface="Corbel" panose="020B0503020204020204" pitchFamily="34" charset="0"/>
                <a:ea typeface="Corbel" panose="020B0503020204020204" pitchFamily="34" charset="0"/>
                <a:cs typeface="Corbel" panose="020B0503020204020204" pitchFamily="34" charset="0"/>
              </a:defRPr>
            </a:lvl1pPr>
          </a:lstStyle>
          <a:p>
            <a:pPr lvl="0"/>
            <a:r>
              <a:rPr lang="en-US"/>
              <a:t>Click to add text</a:t>
            </a:r>
          </a:p>
        </p:txBody>
      </p:sp>
      <p:sp>
        <p:nvSpPr>
          <p:cNvPr id="18" name="Text Placeholder 15"/>
          <p:cNvSpPr>
            <a:spLocks noGrp="1"/>
          </p:cNvSpPr>
          <p:nvPr>
            <p:ph type="body" sz="quarter" idx="12" hasCustomPrompt="1"/>
          </p:nvPr>
        </p:nvSpPr>
        <p:spPr>
          <a:xfrm>
            <a:off x="5316495" y="2442127"/>
            <a:ext cx="3429000" cy="990600"/>
          </a:xfrm>
        </p:spPr>
        <p:txBody>
          <a:bodyPr/>
          <a:lstStyle>
            <a:lvl1pPr>
              <a:defRPr sz="900">
                <a:solidFill>
                  <a:srgbClr val="FFFFFF"/>
                </a:solidFill>
                <a:latin typeface="Corbel" panose="020B0503020204020204" pitchFamily="34" charset="0"/>
                <a:ea typeface="Corbel" panose="020B0503020204020204" pitchFamily="34" charset="0"/>
                <a:cs typeface="Corbel" panose="020B0503020204020204" pitchFamily="34" charset="0"/>
              </a:defRPr>
            </a:lvl1pPr>
          </a:lstStyle>
          <a:p>
            <a:pPr lvl="0"/>
            <a:r>
              <a:rPr lang="en-US"/>
              <a:t>Click to add text</a:t>
            </a:r>
          </a:p>
        </p:txBody>
      </p:sp>
      <p:sp>
        <p:nvSpPr>
          <p:cNvPr id="19" name="Text Placeholder 15"/>
          <p:cNvSpPr>
            <a:spLocks noGrp="1"/>
          </p:cNvSpPr>
          <p:nvPr>
            <p:ph type="body" sz="quarter" idx="13" hasCustomPrompt="1"/>
          </p:nvPr>
        </p:nvSpPr>
        <p:spPr>
          <a:xfrm>
            <a:off x="5355623" y="3735677"/>
            <a:ext cx="3429000" cy="990600"/>
          </a:xfrm>
        </p:spPr>
        <p:txBody>
          <a:bodyPr/>
          <a:lstStyle>
            <a:lvl1pPr>
              <a:defRPr sz="900">
                <a:solidFill>
                  <a:srgbClr val="FFFFFF"/>
                </a:solidFill>
                <a:latin typeface="Corbel" panose="020B0503020204020204" pitchFamily="34" charset="0"/>
                <a:ea typeface="Corbel" panose="020B0503020204020204" pitchFamily="34" charset="0"/>
                <a:cs typeface="Corbel" panose="020B0503020204020204" pitchFamily="34" charset="0"/>
              </a:defRPr>
            </a:lvl1pPr>
          </a:lstStyle>
          <a:p>
            <a:pPr lvl="0"/>
            <a:r>
              <a:rPr lang="en-US"/>
              <a:t>Click to add text</a:t>
            </a:r>
          </a:p>
        </p:txBody>
      </p:sp>
      <p:sp>
        <p:nvSpPr>
          <p:cNvPr id="20" name="Text Placeholder 15"/>
          <p:cNvSpPr>
            <a:spLocks noGrp="1"/>
          </p:cNvSpPr>
          <p:nvPr>
            <p:ph type="body" sz="quarter" idx="14" hasCustomPrompt="1"/>
          </p:nvPr>
        </p:nvSpPr>
        <p:spPr>
          <a:xfrm>
            <a:off x="5336059" y="5034804"/>
            <a:ext cx="3429000" cy="990600"/>
          </a:xfrm>
        </p:spPr>
        <p:txBody>
          <a:bodyPr/>
          <a:lstStyle>
            <a:lvl1pPr>
              <a:defRPr sz="900">
                <a:solidFill>
                  <a:srgbClr val="FFFFFF"/>
                </a:solidFill>
                <a:latin typeface="Corbel" panose="020B0503020204020204" pitchFamily="34" charset="0"/>
                <a:ea typeface="Corbel" panose="020B0503020204020204" pitchFamily="34" charset="0"/>
                <a:cs typeface="Corbel" panose="020B0503020204020204" pitchFamily="34" charset="0"/>
              </a:defRPr>
            </a:lvl1pPr>
          </a:lstStyle>
          <a:p>
            <a:pPr lvl="0"/>
            <a:r>
              <a:rPr lang="en-US"/>
              <a:t>Click to add text</a:t>
            </a:r>
          </a:p>
        </p:txBody>
      </p:sp>
    </p:spTree>
    <p:extLst>
      <p:ext uri="{BB962C8B-B14F-4D97-AF65-F5344CB8AC3E}">
        <p14:creationId xmlns:p14="http://schemas.microsoft.com/office/powerpoint/2010/main" val="412770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3" name="Content Placeholder 2"/>
          <p:cNvSpPr>
            <a:spLocks noGrp="1"/>
          </p:cNvSpPr>
          <p:nvPr>
            <p:ph idx="10"/>
          </p:nvPr>
        </p:nvSpPr>
        <p:spPr>
          <a:xfrm>
            <a:off x="622992" y="1728217"/>
            <a:ext cx="3840480" cy="4038600"/>
          </a:xfrm>
        </p:spPr>
        <p:txBody>
          <a:bodyPr/>
          <a:lstStyle>
            <a:lvl1pPr marL="0" indent="0">
              <a:buFont typeface="Trebuchet MS" pitchFamily="34" charset="0"/>
              <a:buNone/>
              <a:defRPr sz="1500" b="0" i="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buClr>
                <a:schemeClr val="accent2"/>
              </a:buClr>
              <a:buSzPct val="120000"/>
              <a:buFont typeface="Arial" charset="0"/>
              <a:buChar char="•"/>
              <a:defRPr lang="en-US" sz="1500" b="0" i="0" kern="1200" dirty="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buClr>
                <a:schemeClr val="accent2"/>
              </a:buClr>
              <a:buSzPct val="60000"/>
              <a:buFont typeface=".HelveticaNeueDeskInterface-Regular" charset="-120"/>
              <a:buChar char="-"/>
              <a:defRPr sz="1500" b="0" i="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buClr>
                <a:schemeClr val="accent2"/>
              </a:buClr>
              <a:buSzPct val="60000"/>
              <a:buFont typeface=".HelveticaNeueDeskInterface-Regular" charset="-120"/>
              <a:buChar char="-"/>
              <a:defRPr sz="1350" b="0" i="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buClr>
                <a:schemeClr val="accent2"/>
              </a:buClr>
              <a:buSzPct val="60000"/>
              <a:buFont typeface=".HelveticaNeueDeskInterface-Regular" charset="-120"/>
              <a:buChar char="-"/>
              <a:defRPr sz="1350" b="0" i="0">
                <a:solidFill>
                  <a:schemeClr val="tx1"/>
                </a:solidFill>
                <a:latin typeface="Corbel" panose="020B0503020204020204" pitchFamily="34" charset="0"/>
                <a:ea typeface="Corbel" panose="020B0503020204020204" pitchFamily="34" charset="0"/>
                <a:cs typeface="Corbel" panose="020B0503020204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idx="11"/>
          </p:nvPr>
        </p:nvSpPr>
        <p:spPr>
          <a:xfrm>
            <a:off x="4849368" y="1728216"/>
            <a:ext cx="3840480" cy="4038600"/>
          </a:xfrm>
        </p:spPr>
        <p:txBody>
          <a:bodyPr/>
          <a:lstStyle>
            <a:lvl1pPr marL="0" indent="0">
              <a:buFont typeface="Trebuchet MS" pitchFamily="34" charset="0"/>
              <a:buNone/>
              <a:defRPr sz="1500" b="0" i="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buClr>
                <a:schemeClr val="accent2"/>
              </a:buClr>
              <a:buSzPct val="120000"/>
              <a:buFont typeface="Arial" charset="0"/>
              <a:buChar char="•"/>
              <a:defRPr sz="1500" b="0" i="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buClr>
                <a:schemeClr val="accent2"/>
              </a:buClr>
              <a:buSzPct val="60000"/>
              <a:buFont typeface=".HelveticaNeueDeskInterface-Regular" charset="-120"/>
              <a:buChar char="-"/>
              <a:defRPr sz="1500" b="0" i="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buClr>
                <a:schemeClr val="accent2"/>
              </a:buClr>
              <a:buSzPct val="60000"/>
              <a:buFont typeface=".HelveticaNeueDeskInterface-Regular" charset="-120"/>
              <a:buChar char="-"/>
              <a:defRPr sz="1350" b="0" i="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buClr>
                <a:schemeClr val="accent2"/>
              </a:buClr>
              <a:buSzPct val="60000"/>
              <a:buFont typeface=".HelveticaNeueDeskInterface-Regular" charset="-120"/>
              <a:buChar char="-"/>
              <a:defRPr sz="1350" b="0" i="0">
                <a:solidFill>
                  <a:schemeClr val="tx1"/>
                </a:solidFill>
                <a:latin typeface="Corbel" panose="020B0503020204020204" pitchFamily="34" charset="0"/>
                <a:ea typeface="Corbel" panose="020B0503020204020204" pitchFamily="34" charset="0"/>
                <a:cs typeface="Corbel" panose="020B0503020204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622992" y="638387"/>
            <a:ext cx="8066856" cy="954360"/>
          </a:xfrm>
          <a:prstGeom prst="rect">
            <a:avLst/>
          </a:prstGeom>
        </p:spPr>
        <p:txBody>
          <a:bodyPr anchor="ctr" anchorCtr="0">
            <a:noAutofit/>
          </a:bodyPr>
          <a:lstStyle>
            <a:lvl1pPr algn="l">
              <a:defRPr lang="en-US" sz="3000" b="1" i="0" kern="1200" dirty="0">
                <a:solidFill>
                  <a:schemeClr val="tx2"/>
                </a:solidFill>
                <a:effectLst/>
                <a:latin typeface="Corbel" panose="020B0503020204020204" pitchFamily="34" charset="0"/>
                <a:ea typeface="Corbel" panose="020B0503020204020204" pitchFamily="34" charset="0"/>
                <a:cs typeface="Corbel" panose="020B0503020204020204" pitchFamily="34" charset="0"/>
              </a:defRPr>
            </a:lvl1pPr>
          </a:lstStyle>
          <a:p>
            <a:r>
              <a:rPr lang="en-US"/>
              <a:t>Click to edit Master title style</a:t>
            </a:r>
          </a:p>
        </p:txBody>
      </p:sp>
    </p:spTree>
    <p:extLst>
      <p:ext uri="{BB962C8B-B14F-4D97-AF65-F5344CB8AC3E}">
        <p14:creationId xmlns:p14="http://schemas.microsoft.com/office/powerpoint/2010/main" val="3363034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s and Imag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4105656" y="2077560"/>
            <a:ext cx="4803125" cy="3774600"/>
          </a:xfrm>
          <a:prstGeom prst="rect">
            <a:avLst/>
          </a:prstGeom>
          <a:solidFill>
            <a:schemeClr val="bg1">
              <a:lumMod val="95000"/>
            </a:schemeClr>
          </a:solidFill>
        </p:spPr>
        <p:txBody>
          <a:bodyPr rtlCol="0">
            <a:normAutofit/>
          </a:bodyPr>
          <a:lstStyle>
            <a:lvl1pPr>
              <a:defRPr sz="100"/>
            </a:lvl1pPr>
          </a:lstStyle>
          <a:p>
            <a:pPr lvl="0"/>
            <a:r>
              <a:rPr lang="en-US" noProof="0"/>
              <a:t>Click icon to add picture</a:t>
            </a:r>
            <a:endParaRPr lang="en-GB" noProof="0"/>
          </a:p>
        </p:txBody>
      </p:sp>
      <p:sp>
        <p:nvSpPr>
          <p:cNvPr id="12" name="Title 1"/>
          <p:cNvSpPr>
            <a:spLocks noGrp="1"/>
          </p:cNvSpPr>
          <p:nvPr>
            <p:ph type="title"/>
          </p:nvPr>
        </p:nvSpPr>
        <p:spPr>
          <a:xfrm>
            <a:off x="699522" y="598092"/>
            <a:ext cx="7818317" cy="812886"/>
          </a:xfrm>
          <a:prstGeom prst="rect">
            <a:avLst/>
          </a:prstGeom>
        </p:spPr>
        <p:txBody>
          <a:bodyPr lIns="0" tIns="0" rIns="0" bIns="0" anchor="b"/>
          <a:lstStyle>
            <a:lvl1pPr>
              <a:defRPr>
                <a:solidFill>
                  <a:schemeClr val="tx1"/>
                </a:solidFill>
                <a:latin typeface="Corbel" panose="020B0503020204020204" pitchFamily="34" charset="0"/>
                <a:cs typeface="Arial"/>
              </a:defRPr>
            </a:lvl1pPr>
          </a:lstStyle>
          <a:p>
            <a:r>
              <a:rPr lang="en-US"/>
              <a:t>Click to edit Master title style</a:t>
            </a:r>
            <a:endParaRPr lang="en-GB"/>
          </a:p>
        </p:txBody>
      </p:sp>
      <p:sp>
        <p:nvSpPr>
          <p:cNvPr id="13" name="Text Placeholder 10"/>
          <p:cNvSpPr>
            <a:spLocks noGrp="1"/>
          </p:cNvSpPr>
          <p:nvPr>
            <p:ph type="body" sz="quarter" idx="11"/>
          </p:nvPr>
        </p:nvSpPr>
        <p:spPr>
          <a:xfrm>
            <a:off x="703713" y="2077560"/>
            <a:ext cx="3223448" cy="3774600"/>
          </a:xfrm>
          <a:prstGeom prst="rect">
            <a:avLst/>
          </a:prstGeom>
        </p:spPr>
        <p:txBody>
          <a:bodyPr lIns="0" tIns="0" rIns="0" bIns="0" anchor="ctr">
            <a:normAutofit/>
          </a:bodyPr>
          <a:lstStyle>
            <a:lvl1pPr marL="270272" indent="-264319" hangingPunct="0">
              <a:spcBef>
                <a:spcPts val="0"/>
              </a:spcBef>
              <a:spcAft>
                <a:spcPts val="1350"/>
              </a:spcAft>
              <a:buClr>
                <a:schemeClr val="bg2"/>
              </a:buClr>
              <a:buSzPct val="80000"/>
              <a:buFont typeface="Lucida Grande"/>
              <a:buChar char="-"/>
              <a:tabLst/>
              <a:defRPr sz="1800">
                <a:latin typeface="Corbel" panose="020B0503020204020204" pitchFamily="34" charset="0"/>
                <a:cs typeface="Arial"/>
              </a:defRPr>
            </a:lvl1pPr>
            <a:lvl2pPr marL="514350" indent="-171450">
              <a:buFont typeface="Lucida Grande"/>
              <a:buChar char="-"/>
              <a:defRPr>
                <a:latin typeface="Corbel" panose="020B0503020204020204" pitchFamily="34" charset="0"/>
                <a:cs typeface="Arial"/>
              </a:defRPr>
            </a:lvl2pPr>
            <a:lvl3pPr marL="857250" indent="-171450">
              <a:buFont typeface="Lucida Grande"/>
              <a:buChar char="-"/>
              <a:defRPr>
                <a:latin typeface="Corbel" panose="020B0503020204020204" pitchFamily="34" charset="0"/>
                <a:cs typeface="Arial"/>
              </a:defRPr>
            </a:lvl3pPr>
          </a:lstStyle>
          <a:p>
            <a:pPr lvl="0"/>
            <a:r>
              <a:rPr lang="en-US"/>
              <a:t>Edit Master text styles</a:t>
            </a:r>
          </a:p>
          <a:p>
            <a:pPr lvl="1"/>
            <a:r>
              <a:rPr lang="en-US"/>
              <a:t>Second level</a:t>
            </a:r>
          </a:p>
          <a:p>
            <a:pPr lvl="2"/>
            <a:r>
              <a:rPr lang="en-US"/>
              <a:t>Third level</a:t>
            </a:r>
          </a:p>
        </p:txBody>
      </p:sp>
      <p:sp>
        <p:nvSpPr>
          <p:cNvPr id="14" name="Text Placeholder 8"/>
          <p:cNvSpPr>
            <a:spLocks noGrp="1"/>
          </p:cNvSpPr>
          <p:nvPr>
            <p:ph type="body" sz="quarter" idx="10"/>
          </p:nvPr>
        </p:nvSpPr>
        <p:spPr>
          <a:xfrm>
            <a:off x="699329" y="1410978"/>
            <a:ext cx="7818494" cy="584200"/>
          </a:xfrm>
          <a:prstGeom prst="rect">
            <a:avLst/>
          </a:prstGeom>
        </p:spPr>
        <p:txBody>
          <a:bodyPr lIns="0" tIns="0" rIns="0" bIns="0" anchor="ctr">
            <a:noAutofit/>
          </a:bodyPr>
          <a:lstStyle>
            <a:lvl1pPr marL="0" indent="0">
              <a:buNone/>
              <a:defRPr sz="1800">
                <a:solidFill>
                  <a:schemeClr val="bg2"/>
                </a:solidFill>
                <a:latin typeface="Corbel" panose="020B0503020204020204" pitchFamily="34" charset="0"/>
                <a:cs typeface="Arial"/>
              </a:defRPr>
            </a:lvl1pPr>
            <a:lvl2pPr marL="342900" indent="0">
              <a:buNone/>
              <a:defRPr sz="1500">
                <a:solidFill>
                  <a:schemeClr val="bg2"/>
                </a:solidFill>
              </a:defRPr>
            </a:lvl2pPr>
            <a:lvl3pPr>
              <a:defRPr sz="1500">
                <a:solidFill>
                  <a:schemeClr val="bg2"/>
                </a:solidFill>
              </a:defRPr>
            </a:lvl3pPr>
            <a:lvl4pPr>
              <a:defRPr sz="1500">
                <a:solidFill>
                  <a:schemeClr val="bg2"/>
                </a:solidFill>
              </a:defRPr>
            </a:lvl4pPr>
            <a:lvl5pPr>
              <a:defRPr sz="1500">
                <a:solidFill>
                  <a:schemeClr val="bg2"/>
                </a:solidFill>
              </a:defRPr>
            </a:lvl5pPr>
          </a:lstStyle>
          <a:p>
            <a:pPr lvl="0"/>
            <a:r>
              <a:rPr lang="en-US"/>
              <a:t>Edit Master text styles</a:t>
            </a:r>
          </a:p>
        </p:txBody>
      </p:sp>
    </p:spTree>
    <p:extLst>
      <p:ext uri="{BB962C8B-B14F-4D97-AF65-F5344CB8AC3E}">
        <p14:creationId xmlns:p14="http://schemas.microsoft.com/office/powerpoint/2010/main" val="2010891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5_Title Slide">
    <p:bg>
      <p:bgPr>
        <a:solidFill>
          <a:schemeClr val="accent4"/>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5791200"/>
            <a:ext cx="4248472" cy="864096"/>
          </a:xfrm>
          <a:effectLst/>
        </p:spPr>
        <p:txBody>
          <a:bodyPr anchor="b">
            <a:noAutofit/>
          </a:bodyPr>
          <a:lstStyle>
            <a:lvl1pPr marL="0" indent="0" algn="l">
              <a:buNone/>
              <a:defRPr sz="1500" b="0">
                <a:solidFill>
                  <a:schemeClr val="tx1">
                    <a:lumMod val="20000"/>
                    <a:lumOff val="80000"/>
                  </a:schemeClr>
                </a:solidFill>
                <a:effectLst/>
                <a:latin typeface="Trebuchet MS" charset="0"/>
                <a:ea typeface="Trebuchet MS" charset="0"/>
                <a:cs typeface="Trebuchet MS"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a:p>
        </p:txBody>
      </p:sp>
      <p:sp>
        <p:nvSpPr>
          <p:cNvPr id="2" name="Title 1"/>
          <p:cNvSpPr>
            <a:spLocks noGrp="1"/>
          </p:cNvSpPr>
          <p:nvPr>
            <p:ph type="ctrTitle" hasCustomPrompt="1"/>
          </p:nvPr>
        </p:nvSpPr>
        <p:spPr>
          <a:xfrm>
            <a:off x="395536" y="1981200"/>
            <a:ext cx="8138864" cy="2892152"/>
          </a:xfrm>
          <a:prstGeom prst="rect">
            <a:avLst/>
          </a:prstGeom>
          <a:effectLst/>
        </p:spPr>
        <p:txBody>
          <a:bodyPr anchor="ctr">
            <a:noAutofit/>
          </a:bodyPr>
          <a:lstStyle>
            <a:lvl1pPr>
              <a:defRPr sz="6000" b="0">
                <a:solidFill>
                  <a:srgbClr val="FFFFFF"/>
                </a:solidFill>
                <a:effectLst/>
                <a:latin typeface="Trebuchet MS" charset="0"/>
                <a:ea typeface="Trebuchet MS" charset="0"/>
                <a:cs typeface="Trebuchet MS" charset="0"/>
              </a:defRPr>
            </a:lvl1pPr>
          </a:lstStyle>
          <a:p>
            <a:r>
              <a:rPr lang="en-US"/>
              <a:t>Add text to make a statement</a:t>
            </a:r>
            <a:endParaRPr lang="en-GB"/>
          </a:p>
        </p:txBody>
      </p:sp>
    </p:spTree>
    <p:extLst>
      <p:ext uri="{BB962C8B-B14F-4D97-AF65-F5344CB8AC3E}">
        <p14:creationId xmlns:p14="http://schemas.microsoft.com/office/powerpoint/2010/main" val="2410454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15" name="Pentagon 14"/>
          <p:cNvSpPr/>
          <p:nvPr userDrawn="1"/>
        </p:nvSpPr>
        <p:spPr>
          <a:xfrm>
            <a:off x="628650" y="766376"/>
            <a:ext cx="1976224" cy="560440"/>
          </a:xfrm>
          <a:prstGeom prst="roundRect">
            <a:avLst/>
          </a:prstGeom>
          <a:solidFill>
            <a:srgbClr val="2F42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6" name="Chevron 15"/>
          <p:cNvSpPr/>
          <p:nvPr userDrawn="1"/>
        </p:nvSpPr>
        <p:spPr>
          <a:xfrm>
            <a:off x="2715609" y="766376"/>
            <a:ext cx="1976224" cy="560440"/>
          </a:xfrm>
          <a:prstGeom prst="roundRect">
            <a:avLst/>
          </a:prstGeom>
          <a:solidFill>
            <a:srgbClr val="2F42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350"/>
          </a:p>
        </p:txBody>
      </p:sp>
      <p:sp>
        <p:nvSpPr>
          <p:cNvPr id="17" name="Chevron 16"/>
          <p:cNvSpPr/>
          <p:nvPr userDrawn="1"/>
        </p:nvSpPr>
        <p:spPr>
          <a:xfrm>
            <a:off x="4795068" y="766376"/>
            <a:ext cx="1976224" cy="560440"/>
          </a:xfrm>
          <a:prstGeom prst="roundRect">
            <a:avLst/>
          </a:prstGeom>
          <a:solidFill>
            <a:srgbClr val="2F42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350"/>
          </a:p>
        </p:txBody>
      </p:sp>
      <p:sp>
        <p:nvSpPr>
          <p:cNvPr id="18" name="Chevron 17"/>
          <p:cNvSpPr/>
          <p:nvPr userDrawn="1"/>
        </p:nvSpPr>
        <p:spPr>
          <a:xfrm>
            <a:off x="6875304" y="766376"/>
            <a:ext cx="1976224" cy="560440"/>
          </a:xfrm>
          <a:prstGeom prst="roundRect">
            <a:avLst/>
          </a:prstGeom>
          <a:solidFill>
            <a:srgbClr val="2F42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350">
              <a:latin typeface="Open Sans" charset="0"/>
              <a:ea typeface="Open Sans" charset="0"/>
              <a:cs typeface="Open Sans" charset="0"/>
            </a:endParaRPr>
          </a:p>
        </p:txBody>
      </p:sp>
      <p:sp>
        <p:nvSpPr>
          <p:cNvPr id="2" name="Title 1"/>
          <p:cNvSpPr>
            <a:spLocks noGrp="1"/>
          </p:cNvSpPr>
          <p:nvPr>
            <p:ph type="title"/>
          </p:nvPr>
        </p:nvSpPr>
        <p:spPr>
          <a:xfrm>
            <a:off x="628650" y="18461"/>
            <a:ext cx="7886700" cy="983556"/>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24164" y="832347"/>
            <a:ext cx="1762526" cy="407381"/>
          </a:xfrm>
        </p:spPr>
        <p:txBody>
          <a:bodyPr anchor="b"/>
          <a:lstStyle>
            <a:lvl1pPr marL="0" indent="0" algn="ctr">
              <a:buNone/>
              <a:defRPr sz="1200" b="1">
                <a:solidFill>
                  <a:schemeClr val="bg1"/>
                </a:solidFill>
                <a:latin typeface="Open Sans" charset="0"/>
                <a:ea typeface="Open Sans" charset="0"/>
                <a:cs typeface="Open Sans"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4" name="Content Placeholder 3"/>
          <p:cNvSpPr>
            <a:spLocks noGrp="1"/>
          </p:cNvSpPr>
          <p:nvPr>
            <p:ph sz="half" idx="2"/>
          </p:nvPr>
        </p:nvSpPr>
        <p:spPr>
          <a:xfrm>
            <a:off x="628650" y="1988655"/>
            <a:ext cx="1976224" cy="3839122"/>
          </a:xfrm>
        </p:spPr>
        <p:txBody>
          <a:bodyPr/>
          <a:lstStyle>
            <a:lvl1pPr>
              <a:buClr>
                <a:schemeClr val="tx2"/>
              </a:buClr>
              <a:defRPr sz="1050">
                <a:solidFill>
                  <a:schemeClr val="tx1"/>
                </a:solidFill>
                <a:latin typeface="Open Sans" charset="0"/>
                <a:ea typeface="Open Sans" charset="0"/>
                <a:cs typeface="Open Sans" charset="0"/>
              </a:defRPr>
            </a:lvl1pPr>
            <a:lvl2pPr>
              <a:buClr>
                <a:schemeClr val="tx2"/>
              </a:buClr>
              <a:defRPr sz="900">
                <a:solidFill>
                  <a:schemeClr val="tx1"/>
                </a:solidFill>
                <a:latin typeface="Open Sans" charset="0"/>
                <a:ea typeface="Open Sans" charset="0"/>
                <a:cs typeface="Open Sans" charset="0"/>
              </a:defRPr>
            </a:lvl2pPr>
            <a:lvl3pPr>
              <a:buClr>
                <a:schemeClr val="tx2"/>
              </a:buClr>
              <a:defRPr sz="750">
                <a:solidFill>
                  <a:schemeClr val="tx1"/>
                </a:solidFill>
                <a:latin typeface="Open Sans" charset="0"/>
                <a:ea typeface="Open Sans" charset="0"/>
                <a:cs typeface="Open Sans" charset="0"/>
              </a:defRPr>
            </a:lvl3pPr>
            <a:lvl4pPr>
              <a:defRPr sz="750"/>
            </a:lvl4pPr>
            <a:lvl5pPr>
              <a:defRPr sz="75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2911125" y="843233"/>
            <a:ext cx="1586168" cy="407381"/>
          </a:xfrm>
          <a:prstGeom prst="roundRect">
            <a:avLst/>
          </a:prstGeom>
        </p:spPr>
        <p:txBody>
          <a:bodyPr anchor="b"/>
          <a:lstStyle>
            <a:lvl1pPr marL="0" indent="0" algn="ctr">
              <a:buNone/>
              <a:defRPr sz="1200" b="1">
                <a:solidFill>
                  <a:schemeClr val="bg1"/>
                </a:solidFill>
                <a:latin typeface="Open Sans" charset="0"/>
                <a:ea typeface="Open Sans" charset="0"/>
                <a:cs typeface="Open Sans"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6" name="Content Placeholder 5"/>
          <p:cNvSpPr>
            <a:spLocks noGrp="1"/>
          </p:cNvSpPr>
          <p:nvPr>
            <p:ph sz="quarter" idx="4"/>
          </p:nvPr>
        </p:nvSpPr>
        <p:spPr>
          <a:xfrm>
            <a:off x="2714832" y="1988655"/>
            <a:ext cx="1977000" cy="3839122"/>
          </a:xfrm>
        </p:spPr>
        <p:txBody>
          <a:bodyPr/>
          <a:lstStyle>
            <a:lvl1pPr marL="257168" indent="-257168">
              <a:buClr>
                <a:schemeClr val="tx2"/>
              </a:buClr>
              <a:defRPr lang="en-GB" sz="1050" b="0" i="0" kern="1200" dirty="0" smtClean="0">
                <a:solidFill>
                  <a:schemeClr val="tx1"/>
                </a:solidFill>
                <a:latin typeface="Open Sans" charset="0"/>
                <a:ea typeface="Open Sans" charset="0"/>
                <a:cs typeface="Open Sans" charset="0"/>
              </a:defRPr>
            </a:lvl1pPr>
            <a:lvl2pPr marL="557199" indent="-214308">
              <a:buClr>
                <a:schemeClr val="tx2"/>
              </a:buClr>
              <a:defRPr lang="en-GB" sz="900" b="0" i="0" kern="1200" dirty="0" smtClean="0">
                <a:solidFill>
                  <a:schemeClr val="tx1"/>
                </a:solidFill>
                <a:latin typeface="Open Sans" charset="0"/>
                <a:ea typeface="Open Sans" charset="0"/>
                <a:cs typeface="Open Sans" charset="0"/>
              </a:defRPr>
            </a:lvl2pPr>
            <a:lvl3pPr marL="857228" indent="-171446">
              <a:buClr>
                <a:schemeClr val="tx2"/>
              </a:buClr>
              <a:defRPr lang="en-GB" sz="750" b="0" i="0" kern="1200" dirty="0" smtClean="0">
                <a:solidFill>
                  <a:schemeClr val="tx1"/>
                </a:solidFill>
                <a:latin typeface="Open Sans" charset="0"/>
                <a:ea typeface="Open Sans" charset="0"/>
                <a:cs typeface="Open Sans" charset="0"/>
              </a:defRPr>
            </a:lvl3pPr>
            <a:lvl4pPr>
              <a:defRPr lang="en-GB" sz="900" kern="1200" dirty="0" smtClean="0">
                <a:solidFill>
                  <a:schemeClr val="tx2"/>
                </a:solidFill>
                <a:latin typeface="Arial"/>
                <a:ea typeface="+mn-ea"/>
                <a:cs typeface="+mn-cs"/>
              </a:defRPr>
            </a:lvl4pPr>
            <a:lvl5pPr>
              <a:defRPr sz="750"/>
            </a:lvl5pPr>
            <a:lvl6pPr>
              <a:defRPr sz="1200"/>
            </a:lvl6pPr>
            <a:lvl7pPr>
              <a:defRPr sz="1200"/>
            </a:lvl7pPr>
            <a:lvl8pPr>
              <a:defRPr sz="1200"/>
            </a:lvl8pPr>
            <a:lvl9pPr>
              <a:defRPr sz="1200"/>
            </a:lvl9pPr>
          </a:lstStyle>
          <a:p>
            <a:pPr marL="179380" lvl="0" indent="-179380" algn="l" defTabSz="457178" rtl="0" eaLnBrk="1" latinLnBrk="0" hangingPunct="1">
              <a:spcBef>
                <a:spcPts val="1000"/>
              </a:spcBef>
              <a:buClr>
                <a:schemeClr val="tx2"/>
              </a:buClr>
              <a:buFont typeface="Arial"/>
              <a:buChar char="•"/>
            </a:pPr>
            <a:r>
              <a:rPr lang="en-US"/>
              <a:t>Edit Master text styles</a:t>
            </a:r>
          </a:p>
          <a:p>
            <a:pPr marL="179380" lvl="1" indent="-179380" algn="l" defTabSz="457178" rtl="0" eaLnBrk="1" latinLnBrk="0" hangingPunct="1">
              <a:spcBef>
                <a:spcPts val="1000"/>
              </a:spcBef>
              <a:buClr>
                <a:schemeClr val="tx2"/>
              </a:buClr>
              <a:buFont typeface="Arial"/>
              <a:buChar char="•"/>
            </a:pPr>
            <a:r>
              <a:rPr lang="en-US"/>
              <a:t>Second level</a:t>
            </a:r>
          </a:p>
          <a:p>
            <a:pPr marL="179380" lvl="2" indent="-179380" algn="l" defTabSz="457178" rtl="0" eaLnBrk="1" latinLnBrk="0" hangingPunct="1">
              <a:spcBef>
                <a:spcPts val="1000"/>
              </a:spcBef>
              <a:buClr>
                <a:schemeClr val="tx2"/>
              </a:buClr>
              <a:buFont typeface="Arial"/>
              <a:buChar char="•"/>
            </a:pPr>
            <a:r>
              <a:rPr lang="en-US"/>
              <a:t>Third level</a:t>
            </a:r>
          </a:p>
        </p:txBody>
      </p:sp>
      <p:sp>
        <p:nvSpPr>
          <p:cNvPr id="11" name="Text Placeholder 2"/>
          <p:cNvSpPr>
            <a:spLocks noGrp="1"/>
          </p:cNvSpPr>
          <p:nvPr>
            <p:ph type="body" idx="10"/>
          </p:nvPr>
        </p:nvSpPr>
        <p:spPr>
          <a:xfrm>
            <a:off x="4991362" y="843233"/>
            <a:ext cx="1585545" cy="407381"/>
          </a:xfrm>
        </p:spPr>
        <p:txBody>
          <a:bodyPr anchor="b"/>
          <a:lstStyle>
            <a:lvl1pPr marL="0" indent="0" algn="ctr">
              <a:buNone/>
              <a:defRPr sz="1200" b="1">
                <a:solidFill>
                  <a:schemeClr val="bg1"/>
                </a:solidFill>
                <a:latin typeface="Open Sans" charset="0"/>
                <a:ea typeface="Open Sans" charset="0"/>
                <a:cs typeface="Open Sans"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12" name="Content Placeholder 3"/>
          <p:cNvSpPr>
            <a:spLocks noGrp="1"/>
          </p:cNvSpPr>
          <p:nvPr>
            <p:ph sz="half" idx="11"/>
          </p:nvPr>
        </p:nvSpPr>
        <p:spPr>
          <a:xfrm>
            <a:off x="4795068" y="1988655"/>
            <a:ext cx="1976224" cy="3839122"/>
          </a:xfrm>
        </p:spPr>
        <p:txBody>
          <a:bodyPr/>
          <a:lstStyle>
            <a:lvl1pPr marL="257168" indent="-257168">
              <a:buClr>
                <a:schemeClr val="tx2"/>
              </a:buClr>
              <a:defRPr lang="en-GB" sz="1050" b="0" i="0" kern="1200" dirty="0" smtClean="0">
                <a:solidFill>
                  <a:schemeClr val="tx1"/>
                </a:solidFill>
                <a:latin typeface="Open Sans" charset="0"/>
                <a:ea typeface="Open Sans" charset="0"/>
                <a:cs typeface="Open Sans" charset="0"/>
              </a:defRPr>
            </a:lvl1pPr>
            <a:lvl2pPr marL="557199" indent="-214308">
              <a:buClr>
                <a:schemeClr val="tx2"/>
              </a:buClr>
              <a:defRPr lang="en-GB" sz="900" b="0" i="0" kern="1200" dirty="0" smtClean="0">
                <a:solidFill>
                  <a:schemeClr val="tx1"/>
                </a:solidFill>
                <a:latin typeface="Open Sans" charset="0"/>
                <a:ea typeface="Open Sans" charset="0"/>
                <a:cs typeface="Open Sans" charset="0"/>
              </a:defRPr>
            </a:lvl2pPr>
            <a:lvl3pPr marL="857228" indent="-171446">
              <a:buClr>
                <a:schemeClr val="tx2"/>
              </a:buClr>
              <a:defRPr lang="en-GB" sz="750" b="0" i="0" kern="1200" dirty="0" smtClean="0">
                <a:solidFill>
                  <a:schemeClr val="tx1"/>
                </a:solidFill>
                <a:latin typeface="Open Sans" charset="0"/>
                <a:ea typeface="Open Sans" charset="0"/>
                <a:cs typeface="Open Sans" charset="0"/>
              </a:defRPr>
            </a:lvl3pPr>
            <a:lvl4pPr>
              <a:defRPr sz="750"/>
            </a:lvl4pPr>
            <a:lvl5pPr>
              <a:defRPr sz="750"/>
            </a:lvl5pPr>
            <a:lvl6pPr>
              <a:defRPr sz="1200"/>
            </a:lvl6pPr>
            <a:lvl7pPr>
              <a:defRPr sz="1200"/>
            </a:lvl7pPr>
            <a:lvl8pPr>
              <a:defRPr sz="1200"/>
            </a:lvl8pPr>
            <a:lvl9pPr>
              <a:defRPr sz="1200"/>
            </a:lvl9pPr>
          </a:lstStyle>
          <a:p>
            <a:pPr marL="179380" lvl="0" indent="-179380" algn="l" defTabSz="457178" rtl="0" eaLnBrk="1" latinLnBrk="0" hangingPunct="1">
              <a:spcBef>
                <a:spcPts val="1000"/>
              </a:spcBef>
              <a:buClr>
                <a:schemeClr val="tx2"/>
              </a:buClr>
              <a:buFont typeface="Arial"/>
              <a:buChar char="•"/>
            </a:pPr>
            <a:r>
              <a:rPr lang="en-US"/>
              <a:t>Edit Master text styles</a:t>
            </a:r>
          </a:p>
          <a:p>
            <a:pPr marL="179380" lvl="1" indent="-179380" algn="l" defTabSz="457178" rtl="0" eaLnBrk="1" latinLnBrk="0" hangingPunct="1">
              <a:spcBef>
                <a:spcPts val="1000"/>
              </a:spcBef>
              <a:buClr>
                <a:schemeClr val="tx2"/>
              </a:buClr>
              <a:buFont typeface="Arial"/>
              <a:buChar char="•"/>
            </a:pPr>
            <a:r>
              <a:rPr lang="en-US"/>
              <a:t>Second level</a:t>
            </a:r>
          </a:p>
          <a:p>
            <a:pPr marL="179380" lvl="2" indent="-179380" algn="l" defTabSz="457178" rtl="0" eaLnBrk="1" latinLnBrk="0" hangingPunct="1">
              <a:spcBef>
                <a:spcPts val="1000"/>
              </a:spcBef>
              <a:buClr>
                <a:schemeClr val="tx2"/>
              </a:buClr>
              <a:buFont typeface="Arial"/>
              <a:buChar char="•"/>
            </a:pPr>
            <a:r>
              <a:rPr lang="en-US"/>
              <a:t>Third level</a:t>
            </a:r>
          </a:p>
        </p:txBody>
      </p:sp>
      <p:sp>
        <p:nvSpPr>
          <p:cNvPr id="13" name="Text Placeholder 4"/>
          <p:cNvSpPr>
            <a:spLocks noGrp="1"/>
          </p:cNvSpPr>
          <p:nvPr>
            <p:ph type="body" sz="quarter" idx="12"/>
          </p:nvPr>
        </p:nvSpPr>
        <p:spPr>
          <a:xfrm>
            <a:off x="7081706" y="843233"/>
            <a:ext cx="1586168" cy="407381"/>
          </a:xfrm>
        </p:spPr>
        <p:txBody>
          <a:bodyPr anchor="b"/>
          <a:lstStyle>
            <a:lvl1pPr marL="0" indent="0" algn="ctr">
              <a:buNone/>
              <a:defRPr sz="1200" b="1">
                <a:solidFill>
                  <a:schemeClr val="bg1"/>
                </a:solidFill>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14" name="Content Placeholder 5"/>
          <p:cNvSpPr>
            <a:spLocks noGrp="1"/>
          </p:cNvSpPr>
          <p:nvPr>
            <p:ph sz="quarter" idx="13"/>
          </p:nvPr>
        </p:nvSpPr>
        <p:spPr>
          <a:xfrm>
            <a:off x="6874527" y="1988655"/>
            <a:ext cx="1977000" cy="3839122"/>
          </a:xfrm>
        </p:spPr>
        <p:txBody>
          <a:bodyPr/>
          <a:lstStyle>
            <a:lvl1pPr marL="257168" indent="-257168">
              <a:buClr>
                <a:schemeClr val="tx2"/>
              </a:buClr>
              <a:defRPr lang="en-GB" sz="1050" b="0" i="0" kern="1200" dirty="0" smtClean="0">
                <a:solidFill>
                  <a:schemeClr val="tx1"/>
                </a:solidFill>
                <a:latin typeface="Open Sans" charset="0"/>
                <a:ea typeface="Open Sans" charset="0"/>
                <a:cs typeface="Open Sans" charset="0"/>
              </a:defRPr>
            </a:lvl1pPr>
            <a:lvl2pPr marL="557199" indent="-214308">
              <a:buClr>
                <a:schemeClr val="tx2"/>
              </a:buClr>
              <a:defRPr lang="en-GB" sz="900" b="0" i="0" kern="1200" dirty="0" smtClean="0">
                <a:solidFill>
                  <a:schemeClr val="tx1"/>
                </a:solidFill>
                <a:latin typeface="Open Sans" charset="0"/>
                <a:ea typeface="Open Sans" charset="0"/>
                <a:cs typeface="Open Sans" charset="0"/>
              </a:defRPr>
            </a:lvl2pPr>
            <a:lvl3pPr marL="857228" indent="-171446">
              <a:buClr>
                <a:schemeClr val="tx2"/>
              </a:buClr>
              <a:defRPr lang="en-GB" sz="750" b="0" i="0" kern="1200" dirty="0" smtClean="0">
                <a:solidFill>
                  <a:schemeClr val="tx1"/>
                </a:solidFill>
                <a:latin typeface="Open Sans" charset="0"/>
                <a:ea typeface="Open Sans" charset="0"/>
                <a:cs typeface="Open Sans" charset="0"/>
              </a:defRPr>
            </a:lvl3pPr>
            <a:lvl4pPr>
              <a:defRPr lang="en-GB" sz="900" kern="1200" dirty="0" smtClean="0">
                <a:solidFill>
                  <a:schemeClr val="tx2"/>
                </a:solidFill>
                <a:latin typeface="Arial"/>
                <a:ea typeface="+mn-ea"/>
                <a:cs typeface="+mn-cs"/>
              </a:defRPr>
            </a:lvl4pPr>
            <a:lvl5pPr>
              <a:defRPr sz="750"/>
            </a:lvl5pPr>
            <a:lvl6pPr>
              <a:defRPr sz="1200"/>
            </a:lvl6pPr>
            <a:lvl7pPr>
              <a:defRPr sz="1200"/>
            </a:lvl7pPr>
            <a:lvl8pPr>
              <a:defRPr sz="1200"/>
            </a:lvl8pPr>
            <a:lvl9pPr>
              <a:defRPr sz="1200"/>
            </a:lvl9pPr>
          </a:lstStyle>
          <a:p>
            <a:pPr marL="179380" lvl="0" indent="-179380" algn="l" defTabSz="457178" rtl="0" eaLnBrk="1" latinLnBrk="0" hangingPunct="1">
              <a:spcBef>
                <a:spcPts val="1000"/>
              </a:spcBef>
              <a:buClr>
                <a:schemeClr val="tx2"/>
              </a:buClr>
              <a:buFont typeface="Arial"/>
              <a:buChar char="•"/>
            </a:pPr>
            <a:r>
              <a:rPr lang="en-US"/>
              <a:t>Edit Master text styles</a:t>
            </a:r>
          </a:p>
          <a:p>
            <a:pPr marL="179380" lvl="1" indent="-179380" algn="l" defTabSz="457178" rtl="0" eaLnBrk="1" latinLnBrk="0" hangingPunct="1">
              <a:spcBef>
                <a:spcPts val="1000"/>
              </a:spcBef>
              <a:buClr>
                <a:schemeClr val="tx2"/>
              </a:buClr>
              <a:buFont typeface="Arial"/>
              <a:buChar char="•"/>
            </a:pPr>
            <a:r>
              <a:rPr lang="en-US"/>
              <a:t>Second level</a:t>
            </a:r>
          </a:p>
          <a:p>
            <a:pPr marL="179380" lvl="2" indent="-179380" algn="l" defTabSz="457178" rtl="0" eaLnBrk="1" latinLnBrk="0" hangingPunct="1">
              <a:spcBef>
                <a:spcPts val="1000"/>
              </a:spcBef>
              <a:buClr>
                <a:schemeClr val="tx2"/>
              </a:buClr>
              <a:buFont typeface="Arial"/>
              <a:buChar char="•"/>
            </a:pPr>
            <a:r>
              <a:rPr lang="en-US"/>
              <a:t>Third level</a:t>
            </a:r>
          </a:p>
        </p:txBody>
      </p:sp>
    </p:spTree>
    <p:extLst>
      <p:ext uri="{BB962C8B-B14F-4D97-AF65-F5344CB8AC3E}">
        <p14:creationId xmlns:p14="http://schemas.microsoft.com/office/powerpoint/2010/main" val="23529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15" name="Pentagon 14"/>
          <p:cNvSpPr/>
          <p:nvPr userDrawn="1"/>
        </p:nvSpPr>
        <p:spPr>
          <a:xfrm>
            <a:off x="619519" y="1802948"/>
            <a:ext cx="2327516" cy="698091"/>
          </a:xfrm>
          <a:prstGeom prst="homePlat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6" name="Chevron 15"/>
          <p:cNvSpPr/>
          <p:nvPr userDrawn="1"/>
        </p:nvSpPr>
        <p:spPr>
          <a:xfrm>
            <a:off x="3417706" y="1802948"/>
            <a:ext cx="2327516" cy="698091"/>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350"/>
          </a:p>
        </p:txBody>
      </p:sp>
      <p:sp>
        <p:nvSpPr>
          <p:cNvPr id="17" name="Chevron 16"/>
          <p:cNvSpPr/>
          <p:nvPr userDrawn="1"/>
        </p:nvSpPr>
        <p:spPr>
          <a:xfrm>
            <a:off x="6215256" y="1802948"/>
            <a:ext cx="2327516" cy="698091"/>
          </a:xfrm>
          <a:prstGeom prst="chevron">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350"/>
          </a:p>
        </p:txBody>
      </p:sp>
      <p:sp>
        <p:nvSpPr>
          <p:cNvPr id="2" name="Title 1"/>
          <p:cNvSpPr>
            <a:spLocks noGrp="1"/>
          </p:cNvSpPr>
          <p:nvPr>
            <p:ph type="title"/>
          </p:nvPr>
        </p:nvSpPr>
        <p:spPr>
          <a:xfrm>
            <a:off x="628650" y="606294"/>
            <a:ext cx="7886700" cy="983556"/>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93261" y="1956008"/>
            <a:ext cx="2075831" cy="407381"/>
          </a:xfrm>
        </p:spPr>
        <p:txBody>
          <a:bodyPr anchor="b"/>
          <a:lstStyle>
            <a:lvl1pPr marL="0" indent="0" algn="ctr">
              <a:buNone/>
              <a:defRPr sz="1200" b="1">
                <a:solidFill>
                  <a:schemeClr val="bg1"/>
                </a:solidFill>
                <a:latin typeface="Open Sans" charset="0"/>
                <a:ea typeface="Open Sans" charset="0"/>
                <a:cs typeface="Open Sans"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4" name="Content Placeholder 3"/>
          <p:cNvSpPr>
            <a:spLocks noGrp="1"/>
          </p:cNvSpPr>
          <p:nvPr>
            <p:ph sz="half" idx="2"/>
          </p:nvPr>
        </p:nvSpPr>
        <p:spPr>
          <a:xfrm>
            <a:off x="619519" y="2687851"/>
            <a:ext cx="2327516" cy="3176502"/>
          </a:xfrm>
        </p:spPr>
        <p:txBody>
          <a:bodyPr/>
          <a:lstStyle>
            <a:lvl1pPr>
              <a:buClr>
                <a:schemeClr val="tx2"/>
              </a:buClr>
              <a:defRPr sz="1050">
                <a:solidFill>
                  <a:schemeClr val="tx1"/>
                </a:solidFill>
                <a:latin typeface="Open Sans" charset="0"/>
                <a:ea typeface="Open Sans" charset="0"/>
                <a:cs typeface="Open Sans" charset="0"/>
              </a:defRPr>
            </a:lvl1pPr>
            <a:lvl2pPr>
              <a:buClr>
                <a:schemeClr val="tx2"/>
              </a:buClr>
              <a:defRPr sz="900">
                <a:solidFill>
                  <a:schemeClr val="tx1"/>
                </a:solidFill>
                <a:latin typeface="Open Sans" charset="0"/>
                <a:ea typeface="Open Sans" charset="0"/>
                <a:cs typeface="Open Sans" charset="0"/>
              </a:defRPr>
            </a:lvl2pPr>
            <a:lvl3pPr>
              <a:buClr>
                <a:schemeClr val="tx2"/>
              </a:buClr>
              <a:defRPr sz="750">
                <a:solidFill>
                  <a:schemeClr val="tx1"/>
                </a:solidFill>
                <a:latin typeface="Open Sans" charset="0"/>
                <a:ea typeface="Open Sans" charset="0"/>
                <a:cs typeface="Open Sans" charset="0"/>
              </a:defRPr>
            </a:lvl3pPr>
            <a:lvl4pPr>
              <a:defRPr sz="750"/>
            </a:lvl4pPr>
            <a:lvl5pPr>
              <a:defRPr sz="75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3667651" y="1956008"/>
            <a:ext cx="1868124" cy="407381"/>
          </a:xfrm>
        </p:spPr>
        <p:txBody>
          <a:bodyPr anchor="b"/>
          <a:lstStyle>
            <a:lvl1pPr marL="0" indent="0" algn="ctr">
              <a:buNone/>
              <a:defRPr sz="1200" b="1">
                <a:solidFill>
                  <a:schemeClr val="bg1"/>
                </a:solidFill>
                <a:latin typeface="Open Sans" charset="0"/>
                <a:ea typeface="Open Sans" charset="0"/>
                <a:cs typeface="Open Sans"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6" name="Content Placeholder 5"/>
          <p:cNvSpPr>
            <a:spLocks noGrp="1"/>
          </p:cNvSpPr>
          <p:nvPr>
            <p:ph sz="quarter" idx="4"/>
          </p:nvPr>
        </p:nvSpPr>
        <p:spPr>
          <a:xfrm>
            <a:off x="3416930" y="2687851"/>
            <a:ext cx="2328430" cy="3176502"/>
          </a:xfrm>
        </p:spPr>
        <p:txBody>
          <a:bodyPr/>
          <a:lstStyle>
            <a:lvl1pPr marL="257168" indent="-257168">
              <a:buClr>
                <a:schemeClr val="tx2"/>
              </a:buClr>
              <a:defRPr lang="en-GB" sz="1050" b="0" i="0" kern="1200" dirty="0" smtClean="0">
                <a:solidFill>
                  <a:schemeClr val="tx1"/>
                </a:solidFill>
                <a:latin typeface="Open Sans" charset="0"/>
                <a:ea typeface="Open Sans" charset="0"/>
                <a:cs typeface="Open Sans" charset="0"/>
              </a:defRPr>
            </a:lvl1pPr>
            <a:lvl2pPr marL="557199" indent="-214308">
              <a:buClr>
                <a:schemeClr val="tx2"/>
              </a:buClr>
              <a:defRPr lang="en-GB" sz="900" b="0" i="0" kern="1200" dirty="0" smtClean="0">
                <a:solidFill>
                  <a:schemeClr val="tx1"/>
                </a:solidFill>
                <a:latin typeface="Open Sans" charset="0"/>
                <a:ea typeface="Open Sans" charset="0"/>
                <a:cs typeface="Open Sans" charset="0"/>
              </a:defRPr>
            </a:lvl2pPr>
            <a:lvl3pPr marL="857228" indent="-171446">
              <a:buClr>
                <a:schemeClr val="tx2"/>
              </a:buClr>
              <a:defRPr lang="en-GB" sz="750" b="0" i="0" kern="1200" dirty="0" smtClean="0">
                <a:solidFill>
                  <a:schemeClr val="tx1"/>
                </a:solidFill>
                <a:latin typeface="Open Sans" charset="0"/>
                <a:ea typeface="Open Sans" charset="0"/>
                <a:cs typeface="Open Sans" charset="0"/>
              </a:defRPr>
            </a:lvl3pPr>
            <a:lvl4pPr>
              <a:defRPr lang="en-GB" sz="900" kern="1200" dirty="0" smtClean="0">
                <a:solidFill>
                  <a:schemeClr val="tx2"/>
                </a:solidFill>
                <a:latin typeface="Arial"/>
                <a:ea typeface="+mn-ea"/>
                <a:cs typeface="+mn-cs"/>
              </a:defRPr>
            </a:lvl4pPr>
            <a:lvl5pPr>
              <a:defRPr sz="750"/>
            </a:lvl5pPr>
            <a:lvl6pPr>
              <a:defRPr sz="1200"/>
            </a:lvl6pPr>
            <a:lvl7pPr>
              <a:defRPr sz="1200"/>
            </a:lvl7pPr>
            <a:lvl8pPr>
              <a:defRPr sz="1200"/>
            </a:lvl8pPr>
            <a:lvl9pPr>
              <a:defRPr sz="1200"/>
            </a:lvl9pPr>
          </a:lstStyle>
          <a:p>
            <a:pPr marL="179380" lvl="0" indent="-179380" algn="l" defTabSz="457178" rtl="0" eaLnBrk="1" latinLnBrk="0" hangingPunct="1">
              <a:spcBef>
                <a:spcPts val="1000"/>
              </a:spcBef>
              <a:buClr>
                <a:schemeClr val="tx2"/>
              </a:buClr>
              <a:buFont typeface="Arial"/>
              <a:buChar char="•"/>
            </a:pPr>
            <a:r>
              <a:rPr lang="en-US"/>
              <a:t>Edit Master text styles</a:t>
            </a:r>
          </a:p>
          <a:p>
            <a:pPr marL="179380" lvl="1" indent="-179380" algn="l" defTabSz="457178" rtl="0" eaLnBrk="1" latinLnBrk="0" hangingPunct="1">
              <a:spcBef>
                <a:spcPts val="1000"/>
              </a:spcBef>
              <a:buClr>
                <a:schemeClr val="tx2"/>
              </a:buClr>
              <a:buFont typeface="Arial"/>
              <a:buChar char="•"/>
            </a:pPr>
            <a:r>
              <a:rPr lang="en-US"/>
              <a:t>Second level</a:t>
            </a:r>
          </a:p>
          <a:p>
            <a:pPr marL="179380" lvl="2" indent="-179380" algn="l" defTabSz="457178" rtl="0" eaLnBrk="1" latinLnBrk="0" hangingPunct="1">
              <a:spcBef>
                <a:spcPts val="1000"/>
              </a:spcBef>
              <a:buClr>
                <a:schemeClr val="tx2"/>
              </a:buClr>
              <a:buFont typeface="Arial"/>
              <a:buChar char="•"/>
            </a:pPr>
            <a:r>
              <a:rPr lang="en-US"/>
              <a:t>Third level</a:t>
            </a:r>
          </a:p>
        </p:txBody>
      </p:sp>
      <p:sp>
        <p:nvSpPr>
          <p:cNvPr id="11" name="Text Placeholder 2"/>
          <p:cNvSpPr>
            <a:spLocks noGrp="1"/>
          </p:cNvSpPr>
          <p:nvPr>
            <p:ph type="body" idx="10"/>
          </p:nvPr>
        </p:nvSpPr>
        <p:spPr>
          <a:xfrm>
            <a:off x="6465980" y="1956008"/>
            <a:ext cx="1867390" cy="407381"/>
          </a:xfrm>
        </p:spPr>
        <p:txBody>
          <a:bodyPr anchor="b"/>
          <a:lstStyle>
            <a:lvl1pPr marL="0" indent="0" algn="ctr">
              <a:buNone/>
              <a:defRPr sz="1200" b="1">
                <a:solidFill>
                  <a:schemeClr val="bg1"/>
                </a:solidFill>
                <a:latin typeface="Open Sans" charset="0"/>
                <a:ea typeface="Open Sans" charset="0"/>
                <a:cs typeface="Open Sans"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Edit Master text styles</a:t>
            </a:r>
          </a:p>
        </p:txBody>
      </p:sp>
      <p:sp>
        <p:nvSpPr>
          <p:cNvPr id="12" name="Content Placeholder 3"/>
          <p:cNvSpPr>
            <a:spLocks noGrp="1"/>
          </p:cNvSpPr>
          <p:nvPr>
            <p:ph sz="half" idx="11"/>
          </p:nvPr>
        </p:nvSpPr>
        <p:spPr>
          <a:xfrm>
            <a:off x="6215256" y="2687851"/>
            <a:ext cx="2327516" cy="3176502"/>
          </a:xfrm>
        </p:spPr>
        <p:txBody>
          <a:bodyPr/>
          <a:lstStyle>
            <a:lvl1pPr marL="257168" indent="-257168">
              <a:buClr>
                <a:schemeClr val="tx2"/>
              </a:buClr>
              <a:defRPr lang="en-GB" sz="1050" b="0" i="0" kern="1200" dirty="0" smtClean="0">
                <a:solidFill>
                  <a:schemeClr val="tx1"/>
                </a:solidFill>
                <a:latin typeface="Open Sans" charset="0"/>
                <a:ea typeface="Open Sans" charset="0"/>
                <a:cs typeface="Open Sans" charset="0"/>
              </a:defRPr>
            </a:lvl1pPr>
            <a:lvl2pPr marL="557199" indent="-214308">
              <a:buClr>
                <a:schemeClr val="tx2"/>
              </a:buClr>
              <a:defRPr lang="en-GB" sz="900" b="0" i="0" kern="1200" dirty="0" smtClean="0">
                <a:solidFill>
                  <a:schemeClr val="tx1"/>
                </a:solidFill>
                <a:latin typeface="Open Sans" charset="0"/>
                <a:ea typeface="Open Sans" charset="0"/>
                <a:cs typeface="Open Sans" charset="0"/>
              </a:defRPr>
            </a:lvl2pPr>
            <a:lvl3pPr marL="857228" indent="-171446">
              <a:buClr>
                <a:schemeClr val="tx2"/>
              </a:buClr>
              <a:defRPr lang="en-GB" sz="750" b="0" i="0" kern="1200" dirty="0" smtClean="0">
                <a:solidFill>
                  <a:schemeClr val="tx1"/>
                </a:solidFill>
                <a:latin typeface="Open Sans" charset="0"/>
                <a:ea typeface="Open Sans" charset="0"/>
                <a:cs typeface="Open Sans" charset="0"/>
              </a:defRPr>
            </a:lvl3pPr>
            <a:lvl4pPr>
              <a:defRPr sz="750"/>
            </a:lvl4pPr>
            <a:lvl5pPr>
              <a:defRPr sz="750"/>
            </a:lvl5pPr>
            <a:lvl6pPr>
              <a:defRPr sz="1200"/>
            </a:lvl6pPr>
            <a:lvl7pPr>
              <a:defRPr sz="1200"/>
            </a:lvl7pPr>
            <a:lvl8pPr>
              <a:defRPr sz="1200"/>
            </a:lvl8pPr>
            <a:lvl9pPr>
              <a:defRPr sz="1200"/>
            </a:lvl9pPr>
          </a:lstStyle>
          <a:p>
            <a:pPr marL="179380" lvl="0" indent="-179380" algn="l" defTabSz="457178" rtl="0" eaLnBrk="1" latinLnBrk="0" hangingPunct="1">
              <a:spcBef>
                <a:spcPts val="1000"/>
              </a:spcBef>
              <a:buClr>
                <a:schemeClr val="tx2"/>
              </a:buClr>
              <a:buFont typeface="Arial"/>
              <a:buChar char="•"/>
            </a:pPr>
            <a:r>
              <a:rPr lang="en-US"/>
              <a:t>Edit Master text styles</a:t>
            </a:r>
          </a:p>
          <a:p>
            <a:pPr marL="179380" lvl="1" indent="-179380" algn="l" defTabSz="457178" rtl="0" eaLnBrk="1" latinLnBrk="0" hangingPunct="1">
              <a:spcBef>
                <a:spcPts val="1000"/>
              </a:spcBef>
              <a:buClr>
                <a:schemeClr val="tx2"/>
              </a:buClr>
              <a:buFont typeface="Arial"/>
              <a:buChar char="•"/>
            </a:pPr>
            <a:r>
              <a:rPr lang="en-US"/>
              <a:t>Second level</a:t>
            </a:r>
          </a:p>
          <a:p>
            <a:pPr marL="179380" lvl="2" indent="-179380" algn="l" defTabSz="457178" rtl="0" eaLnBrk="1" latinLnBrk="0" hangingPunct="1">
              <a:spcBef>
                <a:spcPts val="1000"/>
              </a:spcBef>
              <a:buClr>
                <a:schemeClr val="tx2"/>
              </a:buClr>
              <a:buFont typeface="Arial"/>
              <a:buChar char="•"/>
            </a:pPr>
            <a:r>
              <a:rPr lang="en-US"/>
              <a:t>Third level</a:t>
            </a:r>
          </a:p>
        </p:txBody>
      </p:sp>
    </p:spTree>
    <p:extLst>
      <p:ext uri="{BB962C8B-B14F-4D97-AF65-F5344CB8AC3E}">
        <p14:creationId xmlns:p14="http://schemas.microsoft.com/office/powerpoint/2010/main" val="403922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ideo Placeholder">
    <p:bg>
      <p:bgPr>
        <a:solidFill>
          <a:schemeClr val="tx1"/>
        </a:solidFill>
        <a:effectLst/>
      </p:bgPr>
    </p:bg>
    <p:spTree>
      <p:nvGrpSpPr>
        <p:cNvPr id="1" name=""/>
        <p:cNvGrpSpPr/>
        <p:nvPr/>
      </p:nvGrpSpPr>
      <p:grpSpPr>
        <a:xfrm>
          <a:off x="0" y="0"/>
          <a:ext cx="0" cy="0"/>
          <a:chOff x="0" y="0"/>
          <a:chExt cx="0" cy="0"/>
        </a:xfrm>
      </p:grpSpPr>
      <p:sp>
        <p:nvSpPr>
          <p:cNvPr id="9" name="Media Placeholder 8"/>
          <p:cNvSpPr>
            <a:spLocks noGrp="1"/>
          </p:cNvSpPr>
          <p:nvPr>
            <p:ph type="media" sz="quarter" idx="10"/>
          </p:nvPr>
        </p:nvSpPr>
        <p:spPr>
          <a:xfrm>
            <a:off x="0" y="0"/>
            <a:ext cx="9144000" cy="6858000"/>
          </a:xfrm>
          <a:prstGeom prst="rect">
            <a:avLst/>
          </a:prstGeom>
        </p:spPr>
        <p:txBody>
          <a:bodyPr rtlCol="0">
            <a:normAutofit/>
          </a:bodyPr>
          <a:lstStyle/>
          <a:p>
            <a:pPr lvl="0"/>
            <a:r>
              <a:rPr lang="en-US" noProof="0"/>
              <a:t>Click icon to add media</a:t>
            </a:r>
            <a:endParaRPr lang="en-GB" noProof="0"/>
          </a:p>
        </p:txBody>
      </p:sp>
    </p:spTree>
    <p:extLst>
      <p:ext uri="{BB962C8B-B14F-4D97-AF65-F5344CB8AC3E}">
        <p14:creationId xmlns:p14="http://schemas.microsoft.com/office/powerpoint/2010/main" val="757265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584586"/>
            <a:ext cx="7886700" cy="1036951"/>
          </a:xfrm>
        </p:spPr>
        <p:txBody>
          <a:bodyPr/>
          <a:lstStyle/>
          <a:p>
            <a:r>
              <a:rPr lang="en-US"/>
              <a:t>Click to edit Master title style</a:t>
            </a:r>
          </a:p>
        </p:txBody>
      </p:sp>
      <p:sp>
        <p:nvSpPr>
          <p:cNvPr id="3" name="Content Placeholder 2"/>
          <p:cNvSpPr>
            <a:spLocks noGrp="1"/>
          </p:cNvSpPr>
          <p:nvPr>
            <p:ph idx="1"/>
          </p:nvPr>
        </p:nvSpPr>
        <p:spPr>
          <a:xfrm>
            <a:off x="628650" y="1776858"/>
            <a:ext cx="7886700" cy="41220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54145" y="6456784"/>
            <a:ext cx="354932" cy="365125"/>
          </a:xfrm>
          <a:prstGeom prst="rect">
            <a:avLst/>
          </a:prstGeom>
        </p:spPr>
        <p:txBody>
          <a:bodyPr/>
          <a:lstStyle/>
          <a:p>
            <a:fld id="{5DB319D9-D2FD-284E-84AD-40610CA482F1}" type="slidenum">
              <a:rPr lang="en-US" smtClean="0"/>
              <a:t>‹#›</a:t>
            </a:fld>
            <a:endParaRPr lang="en-US"/>
          </a:p>
        </p:txBody>
      </p:sp>
    </p:spTree>
    <p:extLst>
      <p:ext uri="{BB962C8B-B14F-4D97-AF65-F5344CB8AC3E}">
        <p14:creationId xmlns:p14="http://schemas.microsoft.com/office/powerpoint/2010/main" val="34554425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5328" y="880687"/>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715328" y="3760412"/>
            <a:ext cx="7886700" cy="1285355"/>
          </a:xfrm>
        </p:spPr>
        <p:txBody>
          <a:bodyPr/>
          <a:lstStyle>
            <a:lvl1pPr marL="0" indent="0">
              <a:buNone/>
              <a:defRPr sz="1800">
                <a:solidFill>
                  <a:schemeClr val="tx1">
                    <a:tint val="75000"/>
                  </a:schemeClr>
                </a:solidFill>
              </a:defRPr>
            </a:lvl1pPr>
            <a:lvl2pPr marL="342884" indent="0">
              <a:buNone/>
              <a:defRPr sz="1500">
                <a:solidFill>
                  <a:schemeClr val="tx1">
                    <a:tint val="75000"/>
                  </a:schemeClr>
                </a:solidFill>
              </a:defRPr>
            </a:lvl2pPr>
            <a:lvl3pPr marL="685766" indent="0">
              <a:buNone/>
              <a:defRPr sz="1350">
                <a:solidFill>
                  <a:schemeClr val="tx1">
                    <a:tint val="75000"/>
                  </a:schemeClr>
                </a:solidFill>
              </a:defRPr>
            </a:lvl3pPr>
            <a:lvl4pPr marL="1028649" indent="0">
              <a:buNone/>
              <a:defRPr sz="1200">
                <a:solidFill>
                  <a:schemeClr val="tx1">
                    <a:tint val="75000"/>
                  </a:schemeClr>
                </a:solidFill>
              </a:defRPr>
            </a:lvl4pPr>
            <a:lvl5pPr marL="1371532" indent="0">
              <a:buNone/>
              <a:defRPr sz="1200">
                <a:solidFill>
                  <a:schemeClr val="tx1">
                    <a:tint val="75000"/>
                  </a:schemeClr>
                </a:solidFill>
              </a:defRPr>
            </a:lvl5pPr>
            <a:lvl6pPr marL="1714415" indent="0">
              <a:buNone/>
              <a:defRPr sz="1200">
                <a:solidFill>
                  <a:schemeClr val="tx1">
                    <a:tint val="75000"/>
                  </a:schemeClr>
                </a:solidFill>
              </a:defRPr>
            </a:lvl6pPr>
            <a:lvl7pPr marL="2057297" indent="0">
              <a:buNone/>
              <a:defRPr sz="1200">
                <a:solidFill>
                  <a:schemeClr val="tx1">
                    <a:tint val="75000"/>
                  </a:schemeClr>
                </a:solidFill>
              </a:defRPr>
            </a:lvl7pPr>
            <a:lvl8pPr marL="2400180" indent="0">
              <a:buNone/>
              <a:defRPr sz="1200">
                <a:solidFill>
                  <a:schemeClr val="tx1">
                    <a:tint val="75000"/>
                  </a:schemeClr>
                </a:solidFill>
              </a:defRPr>
            </a:lvl8pPr>
            <a:lvl9pPr marL="2743064"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6553713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6363" y="517125"/>
            <a:ext cx="7886700" cy="1176227"/>
          </a:xfrm>
        </p:spPr>
        <p:txBody>
          <a:bodyPr/>
          <a:lstStyle/>
          <a:p>
            <a:r>
              <a:rPr lang="en-US"/>
              <a:t>Click to edit Master title style</a:t>
            </a:r>
          </a:p>
        </p:txBody>
      </p:sp>
      <p:sp>
        <p:nvSpPr>
          <p:cNvPr id="3" name="Text Placeholder 2"/>
          <p:cNvSpPr>
            <a:spLocks noGrp="1"/>
          </p:cNvSpPr>
          <p:nvPr>
            <p:ph type="body" idx="1"/>
          </p:nvPr>
        </p:nvSpPr>
        <p:spPr>
          <a:xfrm>
            <a:off x="626364" y="1681163"/>
            <a:ext cx="3868340" cy="82391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a:t>Edit Master text styles</a:t>
            </a:r>
          </a:p>
        </p:txBody>
      </p:sp>
      <p:sp>
        <p:nvSpPr>
          <p:cNvPr id="4" name="Content Placeholder 3"/>
          <p:cNvSpPr>
            <a:spLocks noGrp="1"/>
          </p:cNvSpPr>
          <p:nvPr>
            <p:ph sz="half" idx="2"/>
          </p:nvPr>
        </p:nvSpPr>
        <p:spPr>
          <a:xfrm>
            <a:off x="626364" y="2553848"/>
            <a:ext cx="3868340" cy="349921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46438" y="1681163"/>
            <a:ext cx="3887391" cy="82391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a:t>Edit Master text styles</a:t>
            </a:r>
          </a:p>
        </p:txBody>
      </p:sp>
      <p:sp>
        <p:nvSpPr>
          <p:cNvPr id="6" name="Content Placeholder 5"/>
          <p:cNvSpPr>
            <a:spLocks noGrp="1"/>
          </p:cNvSpPr>
          <p:nvPr>
            <p:ph sz="quarter" idx="4"/>
          </p:nvPr>
        </p:nvSpPr>
        <p:spPr>
          <a:xfrm>
            <a:off x="4846438" y="2553848"/>
            <a:ext cx="3887391" cy="349921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a:xfrm>
            <a:off x="54145" y="6456784"/>
            <a:ext cx="354932" cy="365125"/>
          </a:xfrm>
          <a:prstGeom prst="rect">
            <a:avLst/>
          </a:prstGeom>
        </p:spPr>
        <p:txBody>
          <a:bodyPr/>
          <a:lstStyle/>
          <a:p>
            <a:fld id="{5DB319D9-D2FD-284E-84AD-40610CA482F1}" type="slidenum">
              <a:rPr lang="en-US" smtClean="0"/>
              <a:t>‹#›</a:t>
            </a:fld>
            <a:endParaRPr lang="en-US"/>
          </a:p>
        </p:txBody>
      </p:sp>
    </p:spTree>
    <p:extLst>
      <p:ext uri="{BB962C8B-B14F-4D97-AF65-F5344CB8AC3E}">
        <p14:creationId xmlns:p14="http://schemas.microsoft.com/office/powerpoint/2010/main" val="32143294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572394"/>
            <a:ext cx="7886700" cy="1061335"/>
          </a:xfrm>
        </p:spPr>
        <p:txBody>
          <a:bodyPr/>
          <a:lstStyle/>
          <a:p>
            <a:r>
              <a:rPr lang="en-US"/>
              <a:t>Click to edit Master title style</a:t>
            </a:r>
          </a:p>
        </p:txBody>
      </p:sp>
    </p:spTree>
    <p:extLst>
      <p:ext uri="{BB962C8B-B14F-4D97-AF65-F5344CB8AC3E}">
        <p14:creationId xmlns:p14="http://schemas.microsoft.com/office/powerpoint/2010/main" val="3294367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66475" y="365130"/>
            <a:ext cx="6960752" cy="981890"/>
          </a:xfrm>
        </p:spPr>
        <p:txBody>
          <a:bodyPr/>
          <a:lstStyle>
            <a:lvl1pPr>
              <a:defRPr>
                <a:solidFill>
                  <a:schemeClr val="tx1"/>
                </a:solidFill>
              </a:defRPr>
            </a:lvl1pPr>
          </a:lstStyle>
          <a:p>
            <a:r>
              <a:rPr lang="en-US"/>
              <a:t>Click to edit Master title style</a:t>
            </a:r>
          </a:p>
        </p:txBody>
      </p:sp>
      <p:sp>
        <p:nvSpPr>
          <p:cNvPr id="4" name="Table Placeholder 3">
            <a:extLst>
              <a:ext uri="{FF2B5EF4-FFF2-40B4-BE49-F238E27FC236}">
                <a16:creationId xmlns:a16="http://schemas.microsoft.com/office/drawing/2014/main" id="{32EDB6D7-A03D-B946-A0A4-8156C4978291}"/>
              </a:ext>
            </a:extLst>
          </p:cNvPr>
          <p:cNvSpPr>
            <a:spLocks noGrp="1"/>
          </p:cNvSpPr>
          <p:nvPr>
            <p:ph type="tbl" sz="quarter" idx="10"/>
          </p:nvPr>
        </p:nvSpPr>
        <p:spPr>
          <a:xfrm>
            <a:off x="1066030" y="1509713"/>
            <a:ext cx="7708106" cy="4252912"/>
          </a:xfrm>
        </p:spPr>
        <p:txBody>
          <a:bodyPr/>
          <a:lstStyle/>
          <a:p>
            <a:r>
              <a:rPr lang="en-US"/>
              <a:t>Click icon to add table</a:t>
            </a:r>
          </a:p>
        </p:txBody>
      </p:sp>
    </p:spTree>
    <p:extLst>
      <p:ext uri="{BB962C8B-B14F-4D97-AF65-F5344CB8AC3E}">
        <p14:creationId xmlns:p14="http://schemas.microsoft.com/office/powerpoint/2010/main" val="2626070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04861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500205"/>
            <a:ext cx="8063134" cy="1325563"/>
          </a:xfrm>
        </p:spPr>
        <p:txBody>
          <a:bodyPr anchor="ctr">
            <a:normAutofit/>
          </a:bodyPr>
          <a:lstStyle>
            <a:lvl1pPr marL="0" algn="l" defTabSz="685766" rtl="0" eaLnBrk="1" latinLnBrk="0" hangingPunct="1">
              <a:lnSpc>
                <a:spcPts val="3060"/>
              </a:lnSpc>
              <a:spcBef>
                <a:spcPct val="0"/>
              </a:spcBef>
              <a:buNone/>
              <a:defRPr lang="en-US" sz="3300" b="1" i="0" kern="1200" cap="none" spc="225" baseline="0">
                <a:solidFill>
                  <a:schemeClr val="tx1"/>
                </a:solidFill>
                <a:latin typeface="Myriad Pro" charset="0"/>
                <a:ea typeface="Myriad Pro" charset="0"/>
                <a:cs typeface="Myriad Pro" charset="0"/>
              </a:defRPr>
            </a:lvl1pPr>
          </a:lstStyle>
          <a:p>
            <a:r>
              <a:rPr lang="en-US"/>
              <a:t>Click to edit Master title style</a:t>
            </a:r>
          </a:p>
        </p:txBody>
      </p:sp>
      <p:sp>
        <p:nvSpPr>
          <p:cNvPr id="4" name="Content Placeholder 3"/>
          <p:cNvSpPr>
            <a:spLocks noGrp="1"/>
          </p:cNvSpPr>
          <p:nvPr>
            <p:ph sz="half" idx="2"/>
          </p:nvPr>
        </p:nvSpPr>
        <p:spPr>
          <a:xfrm>
            <a:off x="4864699" y="1825768"/>
            <a:ext cx="3827085" cy="3806936"/>
          </a:xfrm>
        </p:spPr>
        <p:txBody>
          <a:bodyPr/>
          <a:lstStyle>
            <a:lvl1pPr marL="171442" indent="-171442">
              <a:buClr>
                <a:srgbClr val="64C25B"/>
              </a:buClr>
              <a:buSzPct val="80000"/>
              <a:buFont typeface="Arial" charset="0"/>
              <a:buChar char="•"/>
              <a:defRPr sz="1800">
                <a:latin typeface="Myriad Pro" charset="0"/>
                <a:ea typeface="Myriad Pro" charset="0"/>
                <a:cs typeface="Myriad Pro" charset="0"/>
              </a:defRPr>
            </a:lvl1pPr>
            <a:lvl2pPr marL="514325" indent="-171442">
              <a:buClr>
                <a:srgbClr val="64C25B"/>
              </a:buClr>
              <a:buSzPct val="80000"/>
              <a:buFont typeface="Arial" charset="0"/>
              <a:buChar char="•"/>
              <a:defRPr sz="1500">
                <a:latin typeface="Myriad Pro" charset="0"/>
                <a:ea typeface="Myriad Pro" charset="0"/>
                <a:cs typeface="Myriad Pro" charset="0"/>
              </a:defRPr>
            </a:lvl2pPr>
            <a:lvl3pPr marL="857207" indent="-171442">
              <a:buClr>
                <a:srgbClr val="64C25B"/>
              </a:buClr>
              <a:buSzPct val="80000"/>
              <a:buFont typeface="Arial" charset="0"/>
              <a:buChar char="•"/>
              <a:defRPr sz="1350">
                <a:latin typeface="Myriad Pro" charset="0"/>
                <a:ea typeface="Myriad Pro" charset="0"/>
                <a:cs typeface="Myriad Pro" charset="0"/>
              </a:defRPr>
            </a:lvl3pPr>
            <a:lvl4pPr marL="1200090" indent="-171442">
              <a:buClr>
                <a:srgbClr val="64C25B"/>
              </a:buClr>
              <a:buSzPct val="80000"/>
              <a:buFont typeface="Arial" charset="0"/>
              <a:buChar char="•"/>
              <a:defRPr sz="1050">
                <a:latin typeface="Myriad Pro" charset="0"/>
                <a:ea typeface="Myriad Pro" charset="0"/>
                <a:cs typeface="Myriad Pro" charset="0"/>
              </a:defRPr>
            </a:lvl4pPr>
            <a:lvl5pPr marL="1542974" indent="-171442">
              <a:buClr>
                <a:srgbClr val="64C25B"/>
              </a:buClr>
              <a:buSzPct val="80000"/>
              <a:buFont typeface="Arial" charset="0"/>
              <a:buChar char="•"/>
              <a:defRPr sz="1050">
                <a:latin typeface="Myriad Pro" charset="0"/>
                <a:ea typeface="Myriad Pro" charset="0"/>
                <a:cs typeface="Myriad Pro"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8553450" y="6492880"/>
            <a:ext cx="400050" cy="365125"/>
          </a:xfrm>
          <a:prstGeom prst="rect">
            <a:avLst/>
          </a:prstGeom>
        </p:spPr>
        <p:txBody>
          <a:bodyPr/>
          <a:lstStyle>
            <a:lvl1pPr algn="r">
              <a:defRPr/>
            </a:lvl1pPr>
          </a:lstStyle>
          <a:p>
            <a:fld id="{CE534BEA-FD3D-2E4C-B921-38B4557BB351}" type="slidenum">
              <a:rPr lang="en-US" smtClean="0"/>
              <a:pPr/>
              <a:t>‹#›</a:t>
            </a:fld>
            <a:endParaRPr lang="en-US"/>
          </a:p>
        </p:txBody>
      </p:sp>
      <p:cxnSp>
        <p:nvCxnSpPr>
          <p:cNvPr id="13" name="Straight Connector 12"/>
          <p:cNvCxnSpPr>
            <a:cxnSpLocks/>
          </p:cNvCxnSpPr>
          <p:nvPr userDrawn="1"/>
        </p:nvCxnSpPr>
        <p:spPr>
          <a:xfrm>
            <a:off x="4572000" y="2154725"/>
            <a:ext cx="0" cy="33259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3"/>
          <p:cNvSpPr>
            <a:spLocks noGrp="1"/>
          </p:cNvSpPr>
          <p:nvPr>
            <p:ph sz="half" idx="13"/>
          </p:nvPr>
        </p:nvSpPr>
        <p:spPr>
          <a:xfrm>
            <a:off x="627722" y="1825768"/>
            <a:ext cx="3651578" cy="3806936"/>
          </a:xfrm>
        </p:spPr>
        <p:txBody>
          <a:bodyPr/>
          <a:lstStyle>
            <a:lvl1pPr marL="171442" indent="-171442">
              <a:buClr>
                <a:srgbClr val="64C25B"/>
              </a:buClr>
              <a:buSzPct val="80000"/>
              <a:buFont typeface="Arial" charset="0"/>
              <a:buChar char="•"/>
              <a:defRPr sz="1800">
                <a:latin typeface="Myriad Pro" charset="0"/>
                <a:ea typeface="Myriad Pro" charset="0"/>
                <a:cs typeface="Myriad Pro" charset="0"/>
              </a:defRPr>
            </a:lvl1pPr>
            <a:lvl2pPr marL="514325" indent="-171442">
              <a:buClr>
                <a:srgbClr val="64C25B"/>
              </a:buClr>
              <a:buSzPct val="80000"/>
              <a:buFont typeface="Arial" charset="0"/>
              <a:buChar char="•"/>
              <a:defRPr sz="1500">
                <a:latin typeface="Myriad Pro" charset="0"/>
                <a:ea typeface="Myriad Pro" charset="0"/>
                <a:cs typeface="Myriad Pro" charset="0"/>
              </a:defRPr>
            </a:lvl2pPr>
            <a:lvl3pPr marL="857207" indent="-171442">
              <a:buClr>
                <a:srgbClr val="64C25B"/>
              </a:buClr>
              <a:buSzPct val="80000"/>
              <a:buFont typeface="Arial" charset="0"/>
              <a:buChar char="•"/>
              <a:defRPr sz="1350">
                <a:latin typeface="Myriad Pro" charset="0"/>
                <a:ea typeface="Myriad Pro" charset="0"/>
                <a:cs typeface="Myriad Pro" charset="0"/>
              </a:defRPr>
            </a:lvl3pPr>
            <a:lvl4pPr marL="1200090" indent="-171442">
              <a:buClr>
                <a:srgbClr val="64C25B"/>
              </a:buClr>
              <a:buSzPct val="80000"/>
              <a:buFont typeface="Arial" charset="0"/>
              <a:buChar char="•"/>
              <a:defRPr sz="1050">
                <a:latin typeface="Myriad Pro" charset="0"/>
                <a:ea typeface="Myriad Pro" charset="0"/>
                <a:cs typeface="Myriad Pro" charset="0"/>
              </a:defRPr>
            </a:lvl4pPr>
            <a:lvl5pPr marL="1542974" indent="-171442">
              <a:buClr>
                <a:srgbClr val="64C25B"/>
              </a:buClr>
              <a:buSzPct val="80000"/>
              <a:buFont typeface="Arial" charset="0"/>
              <a:buChar char="•"/>
              <a:defRPr sz="1050">
                <a:latin typeface="Myriad Pro" charset="0"/>
                <a:ea typeface="Myriad Pro" charset="0"/>
                <a:cs typeface="Myriad Pro"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74714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B7E05FC-5AF1-4381-BF98-F412B189FAF6}" type="datetime1">
              <a:rPr lang="en-GB" smtClean="0"/>
              <a:t>30/04/2026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F06EC8-CAB9-4D4F-AECB-2FE441B70565}" type="slidenum">
              <a:rPr lang="en-GB" smtClean="0"/>
              <a:t>‹#›</a:t>
            </a:fld>
            <a:endParaRPr lang="en-GB"/>
          </a:p>
        </p:txBody>
      </p:sp>
    </p:spTree>
    <p:extLst>
      <p:ext uri="{BB962C8B-B14F-4D97-AF65-F5344CB8AC3E}">
        <p14:creationId xmlns:p14="http://schemas.microsoft.com/office/powerpoint/2010/main" val="6750277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3557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A close up of a basket&#10;&#10;Description automatically generated">
            <a:extLst>
              <a:ext uri="{FF2B5EF4-FFF2-40B4-BE49-F238E27FC236}">
                <a16:creationId xmlns:a16="http://schemas.microsoft.com/office/drawing/2014/main" id="{EE154549-AEF2-A241-803E-C3B1725DEFAF}"/>
              </a:ext>
            </a:extLst>
          </p:cNvPr>
          <p:cNvPicPr>
            <a:picLocks noChangeAspect="1"/>
          </p:cNvPicPr>
          <p:nvPr userDrawn="1"/>
        </p:nvPicPr>
        <p:blipFill rotWithShape="1">
          <a:blip r:embed="rId27">
            <a:alphaModFix amt="25000"/>
          </a:blip>
          <a:srcRect b="81068"/>
          <a:stretch/>
        </p:blipFill>
        <p:spPr>
          <a:xfrm>
            <a:off x="15365" y="5635701"/>
            <a:ext cx="9144000" cy="1222299"/>
          </a:xfrm>
          <a:prstGeom prst="rect">
            <a:avLst/>
          </a:prstGeom>
        </p:spPr>
      </p:pic>
      <p:sp>
        <p:nvSpPr>
          <p:cNvPr id="2" name="Title Placeholder 1"/>
          <p:cNvSpPr>
            <a:spLocks noGrp="1"/>
          </p:cNvSpPr>
          <p:nvPr>
            <p:ph type="title"/>
          </p:nvPr>
        </p:nvSpPr>
        <p:spPr>
          <a:xfrm>
            <a:off x="628650" y="630678"/>
            <a:ext cx="7886700" cy="98355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12202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547D0FE0-9119-5B46-945A-6694864BEEA1}"/>
              </a:ext>
            </a:extLst>
          </p:cNvPr>
          <p:cNvPicPr>
            <a:picLocks noChangeAspect="1"/>
          </p:cNvPicPr>
          <p:nvPr userDrawn="1"/>
        </p:nvPicPr>
        <p:blipFill>
          <a:blip r:embed="rId28"/>
          <a:srcRect/>
          <a:stretch/>
        </p:blipFill>
        <p:spPr>
          <a:xfrm>
            <a:off x="7163674" y="6058484"/>
            <a:ext cx="1663334" cy="418517"/>
          </a:xfrm>
          <a:prstGeom prst="rect">
            <a:avLst/>
          </a:prstGeom>
        </p:spPr>
      </p:pic>
      <p:sp>
        <p:nvSpPr>
          <p:cNvPr id="8" name="Rectangle 7">
            <a:extLst>
              <a:ext uri="{FF2B5EF4-FFF2-40B4-BE49-F238E27FC236}">
                <a16:creationId xmlns:a16="http://schemas.microsoft.com/office/drawing/2014/main" id="{E4411B5C-DEF8-F840-AE49-E1EA2919522C}"/>
              </a:ext>
            </a:extLst>
          </p:cNvPr>
          <p:cNvSpPr/>
          <p:nvPr userDrawn="1"/>
        </p:nvSpPr>
        <p:spPr>
          <a:xfrm rot="5400000">
            <a:off x="-3338932" y="3336182"/>
            <a:ext cx="6860750" cy="182885"/>
          </a:xfrm>
          <a:prstGeom prst="rect">
            <a:avLst/>
          </a:prstGeom>
          <a:gradFill>
            <a:gsLst>
              <a:gs pos="39000">
                <a:srgbClr val="69C9CB"/>
              </a:gs>
              <a:gs pos="17000">
                <a:srgbClr val="2F4387"/>
              </a:gs>
              <a:gs pos="88000">
                <a:srgbClr val="9D337F"/>
              </a:gs>
              <a:gs pos="59000">
                <a:srgbClr val="FCC5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43530744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Lst>
  <p:hf hdr="0" ftr="0" dt="0"/>
  <p:txStyles>
    <p:titleStyle>
      <a:lvl1pPr algn="l" defTabSz="685766" rtl="0" eaLnBrk="1" latinLnBrk="0" hangingPunct="1">
        <a:lnSpc>
          <a:spcPct val="90000"/>
        </a:lnSpc>
        <a:spcBef>
          <a:spcPct val="0"/>
        </a:spcBef>
        <a:buNone/>
        <a:defRPr sz="3300" b="1" i="0" kern="1200" spc="225">
          <a:solidFill>
            <a:schemeClr val="tx1"/>
          </a:solidFill>
          <a:latin typeface="Corbel" panose="020B0503020204020204" pitchFamily="34" charset="0"/>
          <a:ea typeface="Corbel" panose="020B0503020204020204" pitchFamily="34" charset="0"/>
          <a:cs typeface="Corbel" panose="020B0503020204020204" pitchFamily="34" charset="0"/>
        </a:defRPr>
      </a:lvl1pPr>
    </p:titleStyle>
    <p:bodyStyle>
      <a:lvl1pPr marL="171442" indent="-171442" algn="l" defTabSz="685766" rtl="0" eaLnBrk="1" latinLnBrk="0" hangingPunct="1">
        <a:lnSpc>
          <a:spcPct val="9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9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9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9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9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5.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9.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chart" Target="../charts/chart6.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chart" Target="../charts/chart9.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chart" Target="../charts/chart12.xml"/><Relationship Id="rId4" Type="http://schemas.openxmlformats.org/officeDocument/2006/relationships/chart" Target="../charts/chart11.xml"/></Relationships>
</file>

<file path=ppt/slides/_rels/slide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7.xml"/><Relationship Id="rId4" Type="http://schemas.openxmlformats.org/officeDocument/2006/relationships/chart" Target="../charts/chart17.xml"/></Relationships>
</file>

<file path=ppt/slides/_rels/slide11.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chart" Target="../charts/chart20.xml"/><Relationship Id="rId4" Type="http://schemas.openxmlformats.org/officeDocument/2006/relationships/chart" Target="../charts/chart19.xml"/></Relationships>
</file>

<file path=ppt/slides/_rels/slide12.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chart" Target="../charts/chart23.xml"/><Relationship Id="rId4" Type="http://schemas.openxmlformats.org/officeDocument/2006/relationships/chart" Target="../charts/char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CFF13-A026-77A7-8052-84C10362870D}"/>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B5A16A9D-4E2B-6AC9-EDF0-F719F9417FDD}"/>
              </a:ext>
            </a:extLst>
          </p:cNvPr>
          <p:cNvSpPr>
            <a:spLocks noGrp="1"/>
          </p:cNvSpPr>
          <p:nvPr>
            <p:ph type="ctrTitle"/>
          </p:nvPr>
        </p:nvSpPr>
        <p:spPr>
          <a:xfrm>
            <a:off x="1143000" y="2165235"/>
            <a:ext cx="6858000" cy="2462213"/>
          </a:xfrm>
        </p:spPr>
        <p:txBody>
          <a:bodyPr>
            <a:normAutofit/>
          </a:bodyPr>
          <a:lstStyle/>
          <a:p>
            <a:pPr>
              <a:lnSpc>
                <a:spcPct val="150000"/>
              </a:lnSpc>
            </a:pPr>
            <a: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t>PHC Quality Weekly Performance</a:t>
            </a:r>
            <a:b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br>
            <a: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t>Week Commencing:  {{WC_DAY1}}</a:t>
            </a:r>
            <a:r>
              <a:rPr lang="en-GB" sz="1900" b="0" spc="0" dirty="0">
                <a:solidFill>
                  <a:srgbClr val="E8E8E8">
                    <a:lumMod val="50000"/>
                  </a:srgbClr>
                </a:solidFill>
                <a:latin typeface="Aptos Display" panose="02110004020202020204"/>
                <a:ea typeface="+mj-ea"/>
                <a:cs typeface="+mj-cs"/>
              </a:rPr>
              <a:t>{{WC_DAY2}}/{{WC_MONTH}}/{{WC_YEAR}}</a:t>
            </a:r>
            <a:b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br>
            <a: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t>QHSE Manager:  Jonas Simonaitis</a:t>
            </a:r>
            <a:b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br>
            <a: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t>Date:  </a:t>
            </a:r>
            <a:r>
              <a:rPr lang="en-GB" sz="1900" b="0" spc="0" dirty="0">
                <a:solidFill>
                  <a:srgbClr val="E8E8E8">
                    <a:lumMod val="50000"/>
                  </a:srgbClr>
                </a:solidFill>
                <a:latin typeface="Aptos Display" panose="02110004020202020204"/>
                <a:ea typeface="+mj-ea"/>
                <a:cs typeface="+mj-cs"/>
              </a:rPr>
              <a:t>{{MEET_DAY}}</a:t>
            </a:r>
            <a: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t>/{{MEET_MONTH}}/{{MEET_YEAR}}</a:t>
            </a:r>
            <a:br>
              <a:rPr lang="en-GB" sz="1900" b="0" spc="0" dirty="0">
                <a:solidFill>
                  <a:srgbClr val="E8E8E8">
                    <a:lumMod val="50000"/>
                  </a:srgbClr>
                </a:solidFill>
                <a:latin typeface="Aptos Display" panose="02110004020202020204"/>
                <a:ea typeface="+mj-ea"/>
                <a:cs typeface="+mj-cs"/>
              </a:rPr>
            </a:br>
            <a:r>
              <a:rPr kumimoji="0" lang="en-GB" sz="1900" b="0" i="0" u="none" strike="noStrike" kern="1200" cap="none" spc="0" normalizeH="0" baseline="0" noProof="0" dirty="0">
                <a:ln>
                  <a:noFill/>
                </a:ln>
                <a:solidFill>
                  <a:srgbClr val="E8E8E8">
                    <a:lumMod val="50000"/>
                  </a:srgbClr>
                </a:solidFill>
                <a:effectLst/>
                <a:uLnTx/>
                <a:uFillTx/>
                <a:latin typeface="Aptos Display" panose="02110004020202020204"/>
                <a:ea typeface="+mj-ea"/>
                <a:cs typeface="+mj-cs"/>
              </a:rPr>
              <a:t>Site:  Repose Furniture</a:t>
            </a:r>
            <a:endParaRPr lang="en-US" dirty="0"/>
          </a:p>
        </p:txBody>
      </p:sp>
      <p:sp>
        <p:nvSpPr>
          <p:cNvPr id="9" name="Text Placeholder 2">
            <a:extLst>
              <a:ext uri="{FF2B5EF4-FFF2-40B4-BE49-F238E27FC236}">
                <a16:creationId xmlns:a16="http://schemas.microsoft.com/office/drawing/2014/main" id="{6AC8A8D3-8129-7BA4-116E-8DA1A3FE6398}"/>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0902E936-066C-EBF0-6554-7D9993F7E868}"/>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11" name="Content Placeholder 3">
            <a:extLst>
              <a:ext uri="{FF2B5EF4-FFF2-40B4-BE49-F238E27FC236}">
                <a16:creationId xmlns:a16="http://schemas.microsoft.com/office/drawing/2014/main" id="{8C777D3C-461A-B7F5-9FE1-2ECA431D21F0}"/>
              </a:ext>
            </a:extLst>
          </p:cNvPr>
          <p:cNvSpPr txBox="1">
            <a:spLocks/>
          </p:cNvSpPr>
          <p:nvPr/>
        </p:nvSpPr>
        <p:spPr>
          <a:xfrm>
            <a:off x="626364" y="3631068"/>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7" name="Slide Number Placeholder 6" hidden="1">
            <a:extLst>
              <a:ext uri="{FF2B5EF4-FFF2-40B4-BE49-F238E27FC236}">
                <a16:creationId xmlns:a16="http://schemas.microsoft.com/office/drawing/2014/main" id="{FD9EAACD-97B9-8241-DC6F-90F7CA2978F0}"/>
              </a:ext>
            </a:extLst>
          </p:cNvPr>
          <p:cNvSpPr>
            <a:spLocks noGrp="1"/>
          </p:cNvSpPr>
          <p:nvPr>
            <p:ph type="sldNum" sz="quarter" idx="4294967295"/>
          </p:nvPr>
        </p:nvSpPr>
        <p:spPr>
          <a:xfrm>
            <a:off x="54145" y="6456784"/>
            <a:ext cx="354932" cy="365125"/>
          </a:xfrm>
          <a:prstGeom prst="rect">
            <a:avLst/>
          </a:prstGeom>
        </p:spPr>
        <p:txBody>
          <a:bodyPr/>
          <a:lstStyle/>
          <a:p>
            <a:pPr>
              <a:spcAft>
                <a:spcPts val="600"/>
              </a:spcAft>
            </a:pPr>
            <a:fld id="{5DB319D9-D2FD-284E-84AD-40610CA482F1}" type="slidenum">
              <a:rPr lang="en-US" smtClean="0"/>
              <a:pPr>
                <a:spcAft>
                  <a:spcPts val="600"/>
                </a:spcAft>
              </a:pPr>
              <a:t>1</a:t>
            </a:fld>
            <a:endParaRPr lang="en-US"/>
          </a:p>
        </p:txBody>
      </p:sp>
    </p:spTree>
    <p:extLst>
      <p:ext uri="{BB962C8B-B14F-4D97-AF65-F5344CB8AC3E}">
        <p14:creationId xmlns:p14="http://schemas.microsoft.com/office/powerpoint/2010/main" val="170127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2241359" y="2424269"/>
            <a:ext cx="3835161" cy="2305177"/>
          </a:xfrm>
          <a:prstGeom prst="rect">
            <a:avLst/>
          </a:prstGeom>
          <a:ln>
            <a:noFill/>
          </a:ln>
        </p:spPr>
      </p:pic>
      <p:sp>
        <p:nvSpPr>
          <p:cNvPr id="5" name="Text Box 9"/>
          <p:cNvSpPr txBox="1">
            <a:spLocks noChangeArrowheads="1"/>
          </p:cNvSpPr>
          <p:nvPr/>
        </p:nvSpPr>
        <p:spPr bwMode="auto">
          <a:xfrm>
            <a:off x="361920" y="11048"/>
            <a:ext cx="2146742" cy="3942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nSpc>
                <a:spcPct val="120000"/>
              </a:lnSpc>
              <a:defRPr/>
            </a:pPr>
            <a:r>
              <a:rPr lang="en-US" b="1" dirty="0">
                <a:solidFill>
                  <a:schemeClr val="bg1"/>
                </a:solidFill>
                <a:latin typeface="Arial" pitchFamily="34" charset="0"/>
                <a:cs typeface="Arial" pitchFamily="34" charset="0"/>
              </a:rPr>
              <a:t>Heatmap Purpose</a:t>
            </a:r>
          </a:p>
        </p:txBody>
      </p:sp>
      <p:sp>
        <p:nvSpPr>
          <p:cNvPr id="3" name="TextBox 2"/>
          <p:cNvSpPr txBox="1"/>
          <p:nvPr/>
        </p:nvSpPr>
        <p:spPr>
          <a:xfrm>
            <a:off x="230075" y="525046"/>
            <a:ext cx="8786106" cy="1600438"/>
          </a:xfrm>
          <a:prstGeom prst="rect">
            <a:avLst/>
          </a:prstGeom>
          <a:noFill/>
        </p:spPr>
        <p:txBody>
          <a:bodyPr wrap="square" rtlCol="0" anchor="ctr">
            <a:spAutoFit/>
          </a:bodyPr>
          <a:lstStyle/>
          <a:p>
            <a:r>
              <a:rPr lang="en-GB" sz="1400" b="1" u="sng" dirty="0"/>
              <a:t>Business weekly quality performance slide pack – Objective</a:t>
            </a:r>
          </a:p>
          <a:p>
            <a:endParaRPr lang="en-GB" sz="1400" dirty="0"/>
          </a:p>
          <a:p>
            <a:r>
              <a:rPr lang="en-GB" sz="1400" dirty="0"/>
              <a:t>The BWQP is a standard document across the organisation, used to articulate the health of quality back to the relevant facility.  It takes two forms, one weekly and a second monthly to align the quality measures monitored in the function with those required by the business to comply with ISO9001. It should be presented each week to the site Leadership team and then sent to the regional head of compliance - quality for onward communication of the health of quality for the site. </a:t>
            </a:r>
          </a:p>
        </p:txBody>
      </p:sp>
      <p:pic>
        <p:nvPicPr>
          <p:cNvPr id="4" name="Picture 3"/>
          <p:cNvPicPr>
            <a:picLocks noChangeAspect="1"/>
          </p:cNvPicPr>
          <p:nvPr/>
        </p:nvPicPr>
        <p:blipFill>
          <a:blip r:embed="rId3"/>
          <a:stretch>
            <a:fillRect/>
          </a:stretch>
        </p:blipFill>
        <p:spPr>
          <a:xfrm>
            <a:off x="6287248" y="2206670"/>
            <a:ext cx="2107727" cy="1170959"/>
          </a:xfrm>
          <a:prstGeom prst="rect">
            <a:avLst/>
          </a:prstGeom>
        </p:spPr>
      </p:pic>
      <p:pic>
        <p:nvPicPr>
          <p:cNvPr id="8" name="Picture 7"/>
          <p:cNvPicPr>
            <a:picLocks noChangeAspect="1"/>
          </p:cNvPicPr>
          <p:nvPr/>
        </p:nvPicPr>
        <p:blipFill rotWithShape="1">
          <a:blip r:embed="rId4"/>
          <a:srcRect t="25169" b="20280"/>
          <a:stretch/>
        </p:blipFill>
        <p:spPr>
          <a:xfrm>
            <a:off x="4747616" y="5028231"/>
            <a:ext cx="4066531" cy="818778"/>
          </a:xfrm>
          <a:prstGeom prst="rect">
            <a:avLst/>
          </a:prstGeom>
        </p:spPr>
      </p:pic>
      <p:pic>
        <p:nvPicPr>
          <p:cNvPr id="9" name="Picture 8"/>
          <p:cNvPicPr>
            <a:picLocks noChangeAspect="1"/>
          </p:cNvPicPr>
          <p:nvPr/>
        </p:nvPicPr>
        <p:blipFill>
          <a:blip r:embed="rId5"/>
          <a:stretch>
            <a:fillRect/>
          </a:stretch>
        </p:blipFill>
        <p:spPr>
          <a:xfrm>
            <a:off x="618908" y="4450779"/>
            <a:ext cx="2624835" cy="1458242"/>
          </a:xfrm>
          <a:prstGeom prst="rect">
            <a:avLst/>
          </a:prstGeom>
        </p:spPr>
      </p:pic>
    </p:spTree>
    <p:extLst>
      <p:ext uri="{BB962C8B-B14F-4D97-AF65-F5344CB8AC3E}">
        <p14:creationId xmlns:p14="http://schemas.microsoft.com/office/powerpoint/2010/main" val="2337191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AD4E0-9EA2-EB7B-7715-F1B315FDE8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27BEC7-B2D6-79AF-7822-12C4EA7B6A1B}"/>
              </a:ext>
            </a:extLst>
          </p:cNvPr>
          <p:cNvSpPr>
            <a:spLocks noGrp="1"/>
          </p:cNvSpPr>
          <p:nvPr>
            <p:ph idx="10"/>
          </p:nvPr>
        </p:nvSpPr>
        <p:spPr>
          <a:xfrm>
            <a:off x="622992" y="782658"/>
            <a:ext cx="3840480" cy="3033968"/>
          </a:xfrm>
          <a:ln w="3175">
            <a:solidFill>
              <a:schemeClr val="tx1">
                <a:lumMod val="20000"/>
                <a:lumOff val="80000"/>
              </a:schemeClr>
            </a:solidFill>
          </a:ln>
        </p:spPr>
        <p:txBody>
          <a:bodyPr vert="horz" lIns="91440" tIns="45720" rIns="91440" bIns="45720" rtlCol="0" anchor="t">
            <a:normAutofit/>
          </a:bodyPr>
          <a:lstStyle/>
          <a:p>
            <a:r>
              <a:rPr lang="en-GB" sz="1800" b="1" dirty="0"/>
              <a:t>Achievements:</a:t>
            </a:r>
          </a:p>
          <a:p>
            <a:pPr marL="285750" indent="-285750">
              <a:buFont typeface="Arial" panose="020B0604020202020204" pitchFamily="34" charset="0"/>
              <a:buChar char="•"/>
            </a:pPr>
            <a:r>
              <a:rPr lang="en-US" dirty="0">
                <a:solidFill>
                  <a:schemeClr val="bg2">
                    <a:lumMod val="10000"/>
                  </a:schemeClr>
                </a:solidFill>
                <a:latin typeface="Corbel"/>
              </a:rPr>
              <a:t>Maintenance/Calibration model  built and included into </a:t>
            </a:r>
            <a:r>
              <a:rPr lang="en-US" dirty="0" err="1">
                <a:solidFill>
                  <a:schemeClr val="bg2">
                    <a:lumMod val="10000"/>
                  </a:schemeClr>
                </a:solidFill>
                <a:latin typeface="Corbel"/>
              </a:rPr>
              <a:t>RepNet</a:t>
            </a:r>
            <a:r>
              <a:rPr lang="en-US" dirty="0">
                <a:solidFill>
                  <a:schemeClr val="bg2">
                    <a:lumMod val="10000"/>
                  </a:schemeClr>
                </a:solidFill>
                <a:latin typeface="Corbel"/>
              </a:rPr>
              <a:t>.</a:t>
            </a:r>
          </a:p>
          <a:p>
            <a:pPr marL="285750" indent="-285750">
              <a:buFont typeface="Arial" panose="020B0604020202020204" pitchFamily="34" charset="0"/>
              <a:buChar char="•"/>
            </a:pPr>
            <a:r>
              <a:rPr lang="en-US" dirty="0">
                <a:solidFill>
                  <a:schemeClr val="bg2">
                    <a:lumMod val="10000"/>
                  </a:schemeClr>
                </a:solidFill>
                <a:latin typeface="Corbel"/>
              </a:rPr>
              <a:t>Improvement works on internal NCR management. (Will close out 60% of open action from area inspections).</a:t>
            </a:r>
          </a:p>
          <a:p>
            <a:pPr marL="285750" indent="-285750">
              <a:buFont typeface="Arial" panose="020B0604020202020204" pitchFamily="34" charset="0"/>
              <a:buChar char="•"/>
            </a:pPr>
            <a:r>
              <a:rPr lang="en-US" dirty="0">
                <a:solidFill>
                  <a:schemeClr val="bg2">
                    <a:lumMod val="10000"/>
                  </a:schemeClr>
                </a:solidFill>
                <a:latin typeface="Corbel"/>
              </a:rPr>
              <a:t>Walkabout completed in Foam Area.</a:t>
            </a: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p:txBody>
      </p:sp>
      <p:sp>
        <p:nvSpPr>
          <p:cNvPr id="3" name="Content Placeholder 2">
            <a:extLst>
              <a:ext uri="{FF2B5EF4-FFF2-40B4-BE49-F238E27FC236}">
                <a16:creationId xmlns:a16="http://schemas.microsoft.com/office/drawing/2014/main" id="{ABA1EB30-30A5-F88D-1647-785BA17637B2}"/>
              </a:ext>
            </a:extLst>
          </p:cNvPr>
          <p:cNvSpPr>
            <a:spLocks noGrp="1"/>
          </p:cNvSpPr>
          <p:nvPr>
            <p:ph idx="11"/>
          </p:nvPr>
        </p:nvSpPr>
        <p:spPr>
          <a:xfrm>
            <a:off x="4849368" y="782657"/>
            <a:ext cx="3840480" cy="3033968"/>
          </a:xfrm>
          <a:ln w="3175">
            <a:solidFill>
              <a:schemeClr val="tx1">
                <a:lumMod val="20000"/>
                <a:lumOff val="80000"/>
              </a:schemeClr>
            </a:solidFill>
          </a:ln>
        </p:spPr>
        <p:txBody>
          <a:bodyPr vert="horz" lIns="91440" tIns="45720" rIns="91440" bIns="45720" rtlCol="0" anchor="t">
            <a:normAutofit/>
          </a:bodyPr>
          <a:lstStyle/>
          <a:p>
            <a:r>
              <a:rPr lang="en-GB" b="1" dirty="0">
                <a:latin typeface="Corbel"/>
              </a:rPr>
              <a:t>Next priority task this week:</a:t>
            </a:r>
          </a:p>
          <a:p>
            <a:pPr marL="285750" indent="-285750">
              <a:buFont typeface="Arial" panose="020B0604020202020204" pitchFamily="34" charset="0"/>
              <a:buChar char="•"/>
            </a:pPr>
            <a:r>
              <a:rPr lang="en-US" dirty="0">
                <a:solidFill>
                  <a:schemeClr val="bg2">
                    <a:lumMod val="10000"/>
                  </a:schemeClr>
                </a:solidFill>
                <a:latin typeface="Corbel"/>
              </a:rPr>
              <a:t>Order Intake model to be built into </a:t>
            </a:r>
            <a:r>
              <a:rPr lang="en-US" dirty="0" err="1">
                <a:solidFill>
                  <a:schemeClr val="bg2">
                    <a:lumMod val="10000"/>
                  </a:schemeClr>
                </a:solidFill>
                <a:latin typeface="Corbel"/>
              </a:rPr>
              <a:t>RepNet</a:t>
            </a:r>
            <a:r>
              <a:rPr lang="en-US" dirty="0">
                <a:solidFill>
                  <a:schemeClr val="bg2">
                    <a:lumMod val="10000"/>
                  </a:schemeClr>
                </a:solidFill>
                <a:latin typeface="Corbel"/>
              </a:rPr>
              <a:t>.</a:t>
            </a:r>
          </a:p>
          <a:p>
            <a:pPr marL="285750" indent="-285750">
              <a:buFont typeface="Arial" panose="020B0604020202020204" pitchFamily="34" charset="0"/>
              <a:buChar char="•"/>
            </a:pPr>
            <a:r>
              <a:rPr lang="en-US" dirty="0">
                <a:solidFill>
                  <a:schemeClr val="bg2">
                    <a:lumMod val="10000"/>
                  </a:schemeClr>
                </a:solidFill>
                <a:latin typeface="Corbel"/>
              </a:rPr>
              <a:t>Finish NCR model inside the </a:t>
            </a:r>
            <a:r>
              <a:rPr lang="en-US" dirty="0" err="1">
                <a:solidFill>
                  <a:schemeClr val="bg2">
                    <a:lumMod val="10000"/>
                  </a:schemeClr>
                </a:solidFill>
                <a:latin typeface="Corbel"/>
              </a:rPr>
              <a:t>RepNet</a:t>
            </a:r>
            <a:r>
              <a:rPr lang="en-US" dirty="0">
                <a:solidFill>
                  <a:schemeClr val="bg2">
                    <a:lumMod val="10000"/>
                  </a:schemeClr>
                </a:solidFill>
                <a:latin typeface="Corbel"/>
              </a:rPr>
              <a:t> – desired outcome – 100% PHC and ISO 9001 compliance.</a:t>
            </a:r>
          </a:p>
          <a:p>
            <a:endParaRPr lang="en-US" dirty="0">
              <a:solidFill>
                <a:schemeClr val="bg2">
                  <a:lumMod val="10000"/>
                </a:schemeClr>
              </a:solidFill>
              <a:latin typeface="Corbel"/>
            </a:endParaRPr>
          </a:p>
        </p:txBody>
      </p:sp>
      <p:sp>
        <p:nvSpPr>
          <p:cNvPr id="7" name="Title 1">
            <a:extLst>
              <a:ext uri="{FF2B5EF4-FFF2-40B4-BE49-F238E27FC236}">
                <a16:creationId xmlns:a16="http://schemas.microsoft.com/office/drawing/2014/main" id="{DF1C4AE8-C8B6-D2DF-01A9-8001488BDB9F}"/>
              </a:ext>
            </a:extLst>
          </p:cNvPr>
          <p:cNvSpPr txBox="1">
            <a:spLocks/>
          </p:cNvSpPr>
          <p:nvPr/>
        </p:nvSpPr>
        <p:spPr>
          <a:xfrm>
            <a:off x="628650" y="194993"/>
            <a:ext cx="7886700" cy="407381"/>
          </a:xfrm>
          <a:prstGeom prst="rect">
            <a:avLst/>
          </a:prstGeom>
        </p:spPr>
        <p:txBody>
          <a:bodyPr vert="horz" lIns="91440" tIns="45720" rIns="91440" bIns="45720" rtlCol="0" anchor="ctr" anchorCtr="0">
            <a:noAutofit/>
          </a:bodyPr>
          <a:lstStyle>
            <a:lvl1pPr algn="l" defTabSz="685766" rtl="0" eaLnBrk="1" latinLnBrk="0" hangingPunct="1">
              <a:lnSpc>
                <a:spcPct val="90000"/>
              </a:lnSpc>
              <a:spcBef>
                <a:spcPct val="0"/>
              </a:spcBef>
              <a:buNone/>
              <a:defRPr lang="en-US" sz="3000" b="1" i="0" kern="1200" spc="225" dirty="0">
                <a:solidFill>
                  <a:schemeClr val="tx2"/>
                </a:solidFill>
                <a:effectLst/>
                <a:latin typeface="Corbel" panose="020B0503020204020204" pitchFamily="34" charset="0"/>
                <a:ea typeface="Corbel" panose="020B0503020204020204" pitchFamily="34" charset="0"/>
                <a:cs typeface="Corbel" panose="020B0503020204020204" pitchFamily="34" charset="0"/>
              </a:defRPr>
            </a:lvl1pPr>
          </a:lstStyle>
          <a:p>
            <a:pPr marL="0" marR="0" lvl="0" indent="0" algn="l" defTabSz="685766" rtl="0" eaLnBrk="1" fontAlgn="auto" latinLnBrk="0" hangingPunct="1">
              <a:lnSpc>
                <a:spcPct val="90000"/>
              </a:lnSpc>
              <a:spcBef>
                <a:spcPct val="0"/>
              </a:spcBef>
              <a:spcAft>
                <a:spcPts val="0"/>
              </a:spcAft>
              <a:buClrTx/>
              <a:buSzTx/>
              <a:buFontTx/>
              <a:buNone/>
              <a:tabLst/>
              <a:defRPr/>
            </a:pPr>
            <a:r>
              <a:rPr kumimoji="0" lang="en-GB" sz="1800" b="1" i="0" u="none" strike="noStrike" kern="1200" cap="none" spc="225" normalizeH="0" baseline="0" noProof="0" dirty="0">
                <a:ln>
                  <a:noFill/>
                </a:ln>
                <a:solidFill>
                  <a:srgbClr val="455F51"/>
                </a:solidFill>
                <a:effectLst/>
                <a:uLnTx/>
                <a:uFillTx/>
                <a:latin typeface="Corbel"/>
              </a:rPr>
              <a:t>PMUK: Week 18</a:t>
            </a:r>
          </a:p>
          <a:p>
            <a:pPr marL="0" marR="0" lvl="0" indent="0" algn="l" defTabSz="685766" rtl="0" eaLnBrk="1" fontAlgn="auto" latinLnBrk="0" hangingPunct="1">
              <a:lnSpc>
                <a:spcPct val="90000"/>
              </a:lnSpc>
              <a:spcBef>
                <a:spcPct val="0"/>
              </a:spcBef>
              <a:spcAft>
                <a:spcPts val="0"/>
              </a:spcAft>
              <a:buClrTx/>
              <a:buSzTx/>
              <a:buFontTx/>
              <a:buNone/>
              <a:tabLst/>
              <a:defRPr/>
            </a:pPr>
            <a:r>
              <a:rPr kumimoji="0" lang="en-GB" sz="1800" b="1" i="0" u="none" strike="noStrike" kern="1200" cap="none" spc="225" normalizeH="0" baseline="0" noProof="0" dirty="0">
                <a:ln>
                  <a:noFill/>
                </a:ln>
                <a:solidFill>
                  <a:srgbClr val="455F51"/>
                </a:solidFill>
                <a:effectLst/>
                <a:uLnTx/>
                <a:uFillTx/>
                <a:latin typeface="Corbel"/>
              </a:rPr>
              <a:t> – Box Quality Update 28</a:t>
            </a:r>
            <a:r>
              <a:rPr lang="en-GB" sz="1800" dirty="0">
                <a:solidFill>
                  <a:srgbClr val="455F51"/>
                </a:solidFill>
                <a:latin typeface="Corbel"/>
              </a:rPr>
              <a:t>/04/2026</a:t>
            </a:r>
            <a:endParaRPr kumimoji="0" lang="en-GB" sz="1800" b="1" i="0" u="none" strike="noStrike" kern="1200" cap="none" spc="225" normalizeH="0" baseline="0" noProof="0" dirty="0">
              <a:ln>
                <a:noFill/>
              </a:ln>
              <a:solidFill>
                <a:srgbClr val="455F51"/>
              </a:solidFill>
              <a:effectLst/>
              <a:highlight>
                <a:srgbClr val="FFFF00"/>
              </a:highlight>
              <a:uLnTx/>
              <a:uFillTx/>
              <a:latin typeface="Corbel" panose="020B0503020204020204" pitchFamily="34" charset="0"/>
            </a:endParaRPr>
          </a:p>
        </p:txBody>
      </p:sp>
      <p:sp>
        <p:nvSpPr>
          <p:cNvPr id="4" name="Content Placeholder 1">
            <a:extLst>
              <a:ext uri="{FF2B5EF4-FFF2-40B4-BE49-F238E27FC236}">
                <a16:creationId xmlns:a16="http://schemas.microsoft.com/office/drawing/2014/main" id="{D793ED6C-8E2A-4449-4AB7-21A8CAB8BDC3}"/>
              </a:ext>
            </a:extLst>
          </p:cNvPr>
          <p:cNvSpPr txBox="1">
            <a:spLocks/>
          </p:cNvSpPr>
          <p:nvPr/>
        </p:nvSpPr>
        <p:spPr>
          <a:xfrm>
            <a:off x="630264" y="3984779"/>
            <a:ext cx="3840480" cy="1930246"/>
          </a:xfrm>
          <a:prstGeom prst="rect">
            <a:avLst/>
          </a:prstGeom>
          <a:ln w="3175">
            <a:solidFill>
              <a:schemeClr val="tx1">
                <a:lumMod val="20000"/>
                <a:lumOff val="80000"/>
              </a:schemeClr>
            </a:solidFill>
          </a:ln>
        </p:spPr>
        <p:txBody>
          <a:bodyPr vert="horz" lIns="91440" tIns="45720" rIns="91440" bIns="45720" rtlCol="0" anchor="t">
            <a:normAutofit/>
          </a:bodyPr>
          <a:lstStyle>
            <a:lvl1pPr marL="0" indent="0" algn="l" defTabSz="685766" rtl="0" eaLnBrk="1" latinLnBrk="0" hangingPunct="1">
              <a:lnSpc>
                <a:spcPct val="90000"/>
              </a:lnSpc>
              <a:spcBef>
                <a:spcPts val="750"/>
              </a:spcBef>
              <a:buFont typeface="Trebuchet MS" pitchFamily="34" charset="0"/>
              <a:buNone/>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lgn="l" defTabSz="685766" rtl="0" eaLnBrk="1" latinLnBrk="0" hangingPunct="1">
              <a:lnSpc>
                <a:spcPct val="90000"/>
              </a:lnSpc>
              <a:spcBef>
                <a:spcPts val="375"/>
              </a:spcBef>
              <a:buClr>
                <a:schemeClr val="accent2"/>
              </a:buClr>
              <a:buSzPct val="120000"/>
              <a:buFont typeface="Arial" charset="0"/>
              <a:buChar char="•"/>
              <a:defRPr lang="en-US" sz="1500" b="0" i="0" kern="1200" dirty="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lgn="l" defTabSz="685766" rtl="0" eaLnBrk="1" latinLnBrk="0" hangingPunct="1">
              <a:lnSpc>
                <a:spcPct val="90000"/>
              </a:lnSpc>
              <a:spcBef>
                <a:spcPts val="375"/>
              </a:spcBef>
              <a:buClr>
                <a:schemeClr val="accent2"/>
              </a:buClr>
              <a:buSzPct val="60000"/>
              <a:buFont typeface=".HelveticaNeueDeskInterface-Regular" charset="-120"/>
              <a:buChar char="-"/>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kumimoji="0" lang="en-GB" sz="1500" b="1" i="0" u="none" strike="noStrike" kern="1200" cap="none" spc="0" normalizeH="0" baseline="0" noProof="0" dirty="0">
                <a:ln>
                  <a:noFill/>
                </a:ln>
                <a:solidFill>
                  <a:srgbClr val="5B5B5B"/>
                </a:solidFill>
                <a:effectLst/>
                <a:uLnTx/>
                <a:uFillTx/>
                <a:latin typeface="Corbel" panose="020B0503020204020204" pitchFamily="34" charset="0"/>
              </a:rPr>
              <a:t>Risk &amp; Issues:</a:t>
            </a:r>
          </a:p>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lang="en-GB" dirty="0">
                <a:solidFill>
                  <a:srgbClr val="5B5B5B"/>
                </a:solidFill>
              </a:rPr>
              <a:t>N/A</a:t>
            </a:r>
            <a:endParaRPr kumimoji="0" lang="en-GB" sz="1500" i="0" u="none" strike="noStrike" kern="1200" cap="none" spc="0" normalizeH="0" baseline="0" noProof="0" dirty="0">
              <a:ln>
                <a:noFill/>
              </a:ln>
              <a:solidFill>
                <a:srgbClr val="5B5B5B"/>
              </a:solidFill>
              <a:effectLst/>
              <a:uLnTx/>
              <a:uFillTx/>
              <a:latin typeface="Corbel" panose="020B0503020204020204" pitchFamily="34" charset="0"/>
            </a:endParaRPr>
          </a:p>
        </p:txBody>
      </p:sp>
      <p:sp>
        <p:nvSpPr>
          <p:cNvPr id="8" name="Content Placeholder 2">
            <a:extLst>
              <a:ext uri="{FF2B5EF4-FFF2-40B4-BE49-F238E27FC236}">
                <a16:creationId xmlns:a16="http://schemas.microsoft.com/office/drawing/2014/main" id="{7752DC47-7C1F-5BA6-5570-9B14F10410FB}"/>
              </a:ext>
            </a:extLst>
          </p:cNvPr>
          <p:cNvSpPr txBox="1">
            <a:spLocks/>
          </p:cNvSpPr>
          <p:nvPr/>
        </p:nvSpPr>
        <p:spPr>
          <a:xfrm>
            <a:off x="4849368" y="3984779"/>
            <a:ext cx="3840480" cy="1930246"/>
          </a:xfrm>
          <a:prstGeom prst="rect">
            <a:avLst/>
          </a:prstGeom>
          <a:ln w="3175">
            <a:solidFill>
              <a:schemeClr val="tx1">
                <a:lumMod val="20000"/>
                <a:lumOff val="80000"/>
              </a:schemeClr>
            </a:solidFill>
          </a:ln>
        </p:spPr>
        <p:txBody>
          <a:bodyPr vert="horz" lIns="91440" tIns="45720" rIns="91440" bIns="45720" rtlCol="0" anchor="t">
            <a:normAutofit/>
          </a:bodyPr>
          <a:lstStyle>
            <a:lvl1pPr marL="0" indent="0" algn="l" defTabSz="685766" rtl="0" eaLnBrk="1" latinLnBrk="0" hangingPunct="1">
              <a:lnSpc>
                <a:spcPct val="90000"/>
              </a:lnSpc>
              <a:spcBef>
                <a:spcPts val="750"/>
              </a:spcBef>
              <a:buFont typeface="Trebuchet MS" pitchFamily="34" charset="0"/>
              <a:buNone/>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lgn="l" defTabSz="685766" rtl="0" eaLnBrk="1" latinLnBrk="0" hangingPunct="1">
              <a:lnSpc>
                <a:spcPct val="90000"/>
              </a:lnSpc>
              <a:spcBef>
                <a:spcPts val="375"/>
              </a:spcBef>
              <a:buClr>
                <a:schemeClr val="accent2"/>
              </a:buClr>
              <a:buSzPct val="120000"/>
              <a:buFont typeface="Arial" charset="0"/>
              <a:buChar char="•"/>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lgn="l" defTabSz="685766" rtl="0" eaLnBrk="1" latinLnBrk="0" hangingPunct="1">
              <a:lnSpc>
                <a:spcPct val="90000"/>
              </a:lnSpc>
              <a:spcBef>
                <a:spcPts val="375"/>
              </a:spcBef>
              <a:buClr>
                <a:schemeClr val="accent2"/>
              </a:buClr>
              <a:buSzPct val="60000"/>
              <a:buFont typeface=".HelveticaNeueDeskInterface-Regular" charset="-120"/>
              <a:buChar char="-"/>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kumimoji="0" lang="en-GB" sz="1500" b="1" i="0" u="none" strike="noStrike" kern="1200" cap="none" spc="0" normalizeH="0" baseline="0" noProof="0" dirty="0">
                <a:ln>
                  <a:noFill/>
                </a:ln>
                <a:solidFill>
                  <a:srgbClr val="5B5B5B"/>
                </a:solidFill>
                <a:effectLst/>
                <a:uLnTx/>
                <a:uFillTx/>
                <a:latin typeface="Corbel"/>
              </a:rPr>
              <a:t>Support or Help needed:</a:t>
            </a:r>
          </a:p>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kumimoji="0" lang="en-GB" sz="1500" b="0" i="0" u="none" strike="noStrike" kern="1200" cap="none" spc="0" normalizeH="0" baseline="0" noProof="0" dirty="0">
                <a:ln>
                  <a:noFill/>
                </a:ln>
                <a:solidFill>
                  <a:srgbClr val="5B5B5B"/>
                </a:solidFill>
                <a:effectLst/>
                <a:uLnTx/>
                <a:uFillTx/>
                <a:latin typeface="Corbel"/>
              </a:rPr>
              <a:t>N/A</a:t>
            </a:r>
            <a:endParaRPr kumimoji="0" lang="en-GB" sz="1500" b="0" i="1" u="none" strike="noStrike" kern="1200" cap="none" spc="0" normalizeH="0" baseline="0" noProof="0" dirty="0">
              <a:ln>
                <a:noFill/>
              </a:ln>
              <a:solidFill>
                <a:srgbClr val="FF0000"/>
              </a:solidFill>
              <a:effectLst/>
              <a:uLnTx/>
              <a:uFillTx/>
              <a:latin typeface="Corbel" panose="020B0503020204020204" pitchFamily="34" charset="0"/>
            </a:endParaRPr>
          </a:p>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endParaRPr kumimoji="0" lang="en-GB" sz="1500" b="0" i="0" u="none" strike="noStrike" kern="1200" cap="none" spc="0" normalizeH="0" baseline="0" noProof="0" dirty="0">
              <a:ln>
                <a:noFill/>
              </a:ln>
              <a:solidFill>
                <a:srgbClr val="5B5B5B"/>
              </a:solidFill>
              <a:effectLst/>
              <a:uLnTx/>
              <a:uFillTx/>
              <a:latin typeface="Corbel" panose="020B0503020204020204" pitchFamily="34" charset="0"/>
            </a:endParaRPr>
          </a:p>
        </p:txBody>
      </p:sp>
    </p:spTree>
    <p:extLst>
      <p:ext uri="{BB962C8B-B14F-4D97-AF65-F5344CB8AC3E}">
        <p14:creationId xmlns:p14="http://schemas.microsoft.com/office/powerpoint/2010/main" val="2006649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89AB-AB55-ED10-0FCE-5CF6C6DA84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1D9E56-A365-5ADA-F0E9-404762EC6E8A}"/>
              </a:ext>
            </a:extLst>
          </p:cNvPr>
          <p:cNvSpPr>
            <a:spLocks noGrp="1"/>
          </p:cNvSpPr>
          <p:nvPr>
            <p:ph idx="10"/>
          </p:nvPr>
        </p:nvSpPr>
        <p:spPr>
          <a:xfrm>
            <a:off x="622992" y="782658"/>
            <a:ext cx="3840480" cy="3033968"/>
          </a:xfrm>
          <a:ln w="3175">
            <a:solidFill>
              <a:schemeClr val="tx1">
                <a:lumMod val="20000"/>
                <a:lumOff val="80000"/>
              </a:schemeClr>
            </a:solidFill>
          </a:ln>
        </p:spPr>
        <p:txBody>
          <a:bodyPr vert="horz" lIns="91440" tIns="45720" rIns="91440" bIns="45720" rtlCol="0" anchor="t">
            <a:normAutofit/>
          </a:bodyPr>
          <a:lstStyle/>
          <a:p>
            <a:r>
              <a:rPr lang="en-GB" sz="1800" b="1" dirty="0"/>
              <a:t>Achievements:</a:t>
            </a:r>
          </a:p>
          <a:p>
            <a:pPr marL="285750" indent="-285750">
              <a:buFont typeface="Arial" panose="020B0604020202020204" pitchFamily="34" charset="0"/>
              <a:buChar char="•"/>
            </a:pPr>
            <a:r>
              <a:rPr lang="en-US" dirty="0">
                <a:solidFill>
                  <a:schemeClr val="bg2">
                    <a:lumMod val="10000"/>
                  </a:schemeClr>
                </a:solidFill>
                <a:latin typeface="Corbel"/>
              </a:rPr>
              <a:t>Internal NCR Management and cross over with </a:t>
            </a:r>
            <a:r>
              <a:rPr lang="en-US" dirty="0" err="1">
                <a:solidFill>
                  <a:schemeClr val="bg2">
                    <a:lumMod val="10000"/>
                  </a:schemeClr>
                </a:solidFill>
                <a:latin typeface="Corbel"/>
              </a:rPr>
              <a:t>RepNet</a:t>
            </a:r>
            <a:r>
              <a:rPr lang="en-US" dirty="0">
                <a:solidFill>
                  <a:schemeClr val="bg2">
                    <a:lumMod val="10000"/>
                  </a:schemeClr>
                </a:solidFill>
                <a:latin typeface="Corbel"/>
              </a:rPr>
              <a:t> 95% completed.</a:t>
            </a:r>
          </a:p>
          <a:p>
            <a:pPr marL="285750" indent="-285750">
              <a:buFont typeface="Arial" panose="020B0604020202020204" pitchFamily="34" charset="0"/>
              <a:buChar char="•"/>
            </a:pPr>
            <a:r>
              <a:rPr lang="en-US" dirty="0">
                <a:solidFill>
                  <a:schemeClr val="bg2">
                    <a:lumMod val="10000"/>
                  </a:schemeClr>
                </a:solidFill>
                <a:latin typeface="Corbel"/>
              </a:rPr>
              <a:t>Closed of REPO-0027 SCAR Seminar.</a:t>
            </a:r>
          </a:p>
          <a:p>
            <a:pPr marL="285750" indent="-285750">
              <a:buFont typeface="Arial" panose="020B0604020202020204" pitchFamily="34" charset="0"/>
              <a:buChar char="•"/>
            </a:pPr>
            <a:r>
              <a:rPr lang="en-US" dirty="0">
                <a:solidFill>
                  <a:schemeClr val="bg2">
                    <a:lumMod val="10000"/>
                  </a:schemeClr>
                </a:solidFill>
                <a:latin typeface="Corbel"/>
              </a:rPr>
              <a:t>Air Monitoring Survey – Remedial works to be planned in</a:t>
            </a:r>
          </a:p>
          <a:p>
            <a:pPr marL="285750" indent="-285750">
              <a:buFont typeface="Arial" panose="020B0604020202020204" pitchFamily="34" charset="0"/>
              <a:buChar char="•"/>
            </a:pPr>
            <a:r>
              <a:rPr lang="en-US" dirty="0">
                <a:solidFill>
                  <a:schemeClr val="bg2">
                    <a:lumMod val="10000"/>
                  </a:schemeClr>
                </a:solidFill>
                <a:latin typeface="Corbel"/>
              </a:rPr>
              <a:t>Noise Exposure Survey – Remedial works to be planned in</a:t>
            </a:r>
          </a:p>
          <a:p>
            <a:pPr marL="285750" indent="-285750">
              <a:buFont typeface="Arial" panose="020B0604020202020204" pitchFamily="34" charset="0"/>
              <a:buChar char="•"/>
            </a:pPr>
            <a:r>
              <a:rPr lang="en-US" dirty="0">
                <a:solidFill>
                  <a:schemeClr val="bg2">
                    <a:lumMod val="10000"/>
                  </a:schemeClr>
                </a:solidFill>
                <a:latin typeface="Corbel"/>
              </a:rPr>
              <a:t>Walkabout in 1 area completed Week 17.</a:t>
            </a: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a:p>
            <a:pPr marL="285750" indent="-285750">
              <a:buFont typeface="Arial" panose="020B0604020202020204" pitchFamily="34" charset="0"/>
              <a:buChar char="•"/>
            </a:pPr>
            <a:endParaRPr lang="en-US" dirty="0">
              <a:solidFill>
                <a:schemeClr val="bg2">
                  <a:lumMod val="10000"/>
                </a:schemeClr>
              </a:solidFill>
              <a:latin typeface="Corbel"/>
            </a:endParaRPr>
          </a:p>
        </p:txBody>
      </p:sp>
      <p:sp>
        <p:nvSpPr>
          <p:cNvPr id="3" name="Content Placeholder 2">
            <a:extLst>
              <a:ext uri="{FF2B5EF4-FFF2-40B4-BE49-F238E27FC236}">
                <a16:creationId xmlns:a16="http://schemas.microsoft.com/office/drawing/2014/main" id="{1891CCAA-8806-AEE5-0F3B-CC412DB322B2}"/>
              </a:ext>
            </a:extLst>
          </p:cNvPr>
          <p:cNvSpPr>
            <a:spLocks noGrp="1"/>
          </p:cNvSpPr>
          <p:nvPr>
            <p:ph idx="11"/>
          </p:nvPr>
        </p:nvSpPr>
        <p:spPr>
          <a:xfrm>
            <a:off x="4849368" y="782657"/>
            <a:ext cx="3840480" cy="3033968"/>
          </a:xfrm>
          <a:ln w="3175">
            <a:solidFill>
              <a:schemeClr val="tx1">
                <a:lumMod val="20000"/>
                <a:lumOff val="80000"/>
              </a:schemeClr>
            </a:solidFill>
          </a:ln>
        </p:spPr>
        <p:txBody>
          <a:bodyPr vert="horz" lIns="91440" tIns="45720" rIns="91440" bIns="45720" rtlCol="0" anchor="t">
            <a:normAutofit/>
          </a:bodyPr>
          <a:lstStyle/>
          <a:p>
            <a:r>
              <a:rPr lang="en-GB" b="1" dirty="0">
                <a:latin typeface="Corbel"/>
              </a:rPr>
              <a:t>Next priority task this week:</a:t>
            </a:r>
          </a:p>
          <a:p>
            <a:pPr marL="285750" indent="-285750">
              <a:buFont typeface="Arial" panose="020B0604020202020204" pitchFamily="34" charset="0"/>
              <a:buChar char="•"/>
            </a:pPr>
            <a:r>
              <a:rPr lang="en-US" dirty="0">
                <a:solidFill>
                  <a:schemeClr val="bg2">
                    <a:lumMod val="10000"/>
                  </a:schemeClr>
                </a:solidFill>
              </a:rPr>
              <a:t>Compliance walkabout scheduled in 2 areas.</a:t>
            </a:r>
          </a:p>
          <a:p>
            <a:pPr marL="285750" indent="-285750">
              <a:buFont typeface="Arial" panose="020B0604020202020204" pitchFamily="34" charset="0"/>
              <a:buChar char="•"/>
            </a:pPr>
            <a:r>
              <a:rPr lang="en-US" dirty="0">
                <a:solidFill>
                  <a:schemeClr val="bg2">
                    <a:lumMod val="10000"/>
                  </a:schemeClr>
                </a:solidFill>
              </a:rPr>
              <a:t>Trial and capture NCR process in procedure.</a:t>
            </a:r>
          </a:p>
        </p:txBody>
      </p:sp>
      <p:sp>
        <p:nvSpPr>
          <p:cNvPr id="7" name="Title 1">
            <a:extLst>
              <a:ext uri="{FF2B5EF4-FFF2-40B4-BE49-F238E27FC236}">
                <a16:creationId xmlns:a16="http://schemas.microsoft.com/office/drawing/2014/main" id="{CED7E938-E315-E96D-A4AE-E39570FCFF3A}"/>
              </a:ext>
            </a:extLst>
          </p:cNvPr>
          <p:cNvSpPr txBox="1">
            <a:spLocks/>
          </p:cNvSpPr>
          <p:nvPr/>
        </p:nvSpPr>
        <p:spPr>
          <a:xfrm>
            <a:off x="628650" y="194993"/>
            <a:ext cx="7886700" cy="407381"/>
          </a:xfrm>
          <a:prstGeom prst="rect">
            <a:avLst/>
          </a:prstGeom>
        </p:spPr>
        <p:txBody>
          <a:bodyPr vert="horz" lIns="91440" tIns="45720" rIns="91440" bIns="45720" rtlCol="0" anchor="ctr" anchorCtr="0">
            <a:noAutofit/>
          </a:bodyPr>
          <a:lstStyle>
            <a:lvl1pPr algn="l" defTabSz="685766" rtl="0" eaLnBrk="1" latinLnBrk="0" hangingPunct="1">
              <a:lnSpc>
                <a:spcPct val="90000"/>
              </a:lnSpc>
              <a:spcBef>
                <a:spcPct val="0"/>
              </a:spcBef>
              <a:buNone/>
              <a:defRPr lang="en-US" sz="3000" b="1" i="0" kern="1200" spc="225" dirty="0">
                <a:solidFill>
                  <a:schemeClr val="tx2"/>
                </a:solidFill>
                <a:effectLst/>
                <a:latin typeface="Corbel" panose="020B0503020204020204" pitchFamily="34" charset="0"/>
                <a:ea typeface="Corbel" panose="020B0503020204020204" pitchFamily="34" charset="0"/>
                <a:cs typeface="Corbel" panose="020B0503020204020204" pitchFamily="34" charset="0"/>
              </a:defRPr>
            </a:lvl1pPr>
          </a:lstStyle>
          <a:p>
            <a:pPr marL="0" marR="0" lvl="0" indent="0" algn="l" defTabSz="685766" rtl="0" eaLnBrk="1" fontAlgn="auto" latinLnBrk="0" hangingPunct="1">
              <a:lnSpc>
                <a:spcPct val="90000"/>
              </a:lnSpc>
              <a:spcBef>
                <a:spcPct val="0"/>
              </a:spcBef>
              <a:spcAft>
                <a:spcPts val="0"/>
              </a:spcAft>
              <a:buClrTx/>
              <a:buSzTx/>
              <a:buFontTx/>
              <a:buNone/>
              <a:tabLst/>
              <a:defRPr/>
            </a:pPr>
            <a:r>
              <a:rPr kumimoji="0" lang="en-GB" sz="1800" b="1" i="0" u="none" strike="noStrike" kern="1200" cap="none" spc="225" normalizeH="0" baseline="0" noProof="0" dirty="0">
                <a:ln>
                  <a:noFill/>
                </a:ln>
                <a:solidFill>
                  <a:srgbClr val="455F51"/>
                </a:solidFill>
                <a:effectLst/>
                <a:uLnTx/>
                <a:uFillTx/>
                <a:latin typeface="Corbel"/>
              </a:rPr>
              <a:t>PMUK: Week 18</a:t>
            </a:r>
          </a:p>
          <a:p>
            <a:pPr marL="0" marR="0" lvl="0" indent="0" algn="l" defTabSz="685766" rtl="0" eaLnBrk="1" fontAlgn="auto" latinLnBrk="0" hangingPunct="1">
              <a:lnSpc>
                <a:spcPct val="90000"/>
              </a:lnSpc>
              <a:spcBef>
                <a:spcPct val="0"/>
              </a:spcBef>
              <a:spcAft>
                <a:spcPts val="0"/>
              </a:spcAft>
              <a:buClrTx/>
              <a:buSzTx/>
              <a:buFontTx/>
              <a:buNone/>
              <a:tabLst/>
              <a:defRPr/>
            </a:pPr>
            <a:r>
              <a:rPr kumimoji="0" lang="en-GB" sz="1800" b="1" i="0" u="none" strike="noStrike" kern="1200" cap="none" spc="225" normalizeH="0" baseline="0" noProof="0" dirty="0">
                <a:ln>
                  <a:noFill/>
                </a:ln>
                <a:solidFill>
                  <a:srgbClr val="455F51"/>
                </a:solidFill>
                <a:effectLst/>
                <a:uLnTx/>
                <a:uFillTx/>
                <a:latin typeface="Corbel"/>
              </a:rPr>
              <a:t> – Box Quality Update –30</a:t>
            </a:r>
            <a:r>
              <a:rPr lang="en-GB" sz="1800" dirty="0">
                <a:solidFill>
                  <a:srgbClr val="455F51"/>
                </a:solidFill>
                <a:latin typeface="Corbel"/>
              </a:rPr>
              <a:t>/04/2026</a:t>
            </a:r>
            <a:endParaRPr kumimoji="0" lang="en-GB" sz="1800" b="1" i="0" u="none" strike="noStrike" kern="1200" cap="none" spc="225" normalizeH="0" baseline="0" noProof="0" dirty="0">
              <a:ln>
                <a:noFill/>
              </a:ln>
              <a:solidFill>
                <a:srgbClr val="455F51"/>
              </a:solidFill>
              <a:effectLst/>
              <a:highlight>
                <a:srgbClr val="FFFF00"/>
              </a:highlight>
              <a:uLnTx/>
              <a:uFillTx/>
              <a:latin typeface="Corbel" panose="020B0503020204020204" pitchFamily="34" charset="0"/>
            </a:endParaRPr>
          </a:p>
        </p:txBody>
      </p:sp>
      <p:sp>
        <p:nvSpPr>
          <p:cNvPr id="4" name="Content Placeholder 1">
            <a:extLst>
              <a:ext uri="{FF2B5EF4-FFF2-40B4-BE49-F238E27FC236}">
                <a16:creationId xmlns:a16="http://schemas.microsoft.com/office/drawing/2014/main" id="{005657CF-34FA-FF0F-C16C-2CDA6A94BC72}"/>
              </a:ext>
            </a:extLst>
          </p:cNvPr>
          <p:cNvSpPr txBox="1">
            <a:spLocks/>
          </p:cNvSpPr>
          <p:nvPr/>
        </p:nvSpPr>
        <p:spPr>
          <a:xfrm>
            <a:off x="630264" y="3984779"/>
            <a:ext cx="3840480" cy="848233"/>
          </a:xfrm>
          <a:prstGeom prst="rect">
            <a:avLst/>
          </a:prstGeom>
          <a:ln w="3175">
            <a:solidFill>
              <a:schemeClr val="tx1">
                <a:lumMod val="20000"/>
                <a:lumOff val="80000"/>
              </a:schemeClr>
            </a:solidFill>
          </a:ln>
        </p:spPr>
        <p:txBody>
          <a:bodyPr vert="horz" lIns="91440" tIns="45720" rIns="91440" bIns="45720" rtlCol="0" anchor="t">
            <a:normAutofit/>
          </a:bodyPr>
          <a:lstStyle>
            <a:lvl1pPr marL="0" indent="0" algn="l" defTabSz="685766" rtl="0" eaLnBrk="1" latinLnBrk="0" hangingPunct="1">
              <a:lnSpc>
                <a:spcPct val="90000"/>
              </a:lnSpc>
              <a:spcBef>
                <a:spcPts val="750"/>
              </a:spcBef>
              <a:buFont typeface="Trebuchet MS" pitchFamily="34" charset="0"/>
              <a:buNone/>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lgn="l" defTabSz="685766" rtl="0" eaLnBrk="1" latinLnBrk="0" hangingPunct="1">
              <a:lnSpc>
                <a:spcPct val="90000"/>
              </a:lnSpc>
              <a:spcBef>
                <a:spcPts val="375"/>
              </a:spcBef>
              <a:buClr>
                <a:schemeClr val="accent2"/>
              </a:buClr>
              <a:buSzPct val="120000"/>
              <a:buFont typeface="Arial" charset="0"/>
              <a:buChar char="•"/>
              <a:defRPr lang="en-US" sz="1500" b="0" i="0" kern="1200" dirty="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lgn="l" defTabSz="685766" rtl="0" eaLnBrk="1" latinLnBrk="0" hangingPunct="1">
              <a:lnSpc>
                <a:spcPct val="90000"/>
              </a:lnSpc>
              <a:spcBef>
                <a:spcPts val="375"/>
              </a:spcBef>
              <a:buClr>
                <a:schemeClr val="accent2"/>
              </a:buClr>
              <a:buSzPct val="60000"/>
              <a:buFont typeface=".HelveticaNeueDeskInterface-Regular" charset="-120"/>
              <a:buChar char="-"/>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kumimoji="0" lang="en-GB" sz="1500" b="1" i="0" u="none" strike="noStrike" kern="1200" cap="none" spc="0" normalizeH="0" baseline="0" noProof="0" dirty="0">
                <a:ln>
                  <a:noFill/>
                </a:ln>
                <a:solidFill>
                  <a:srgbClr val="5B5B5B"/>
                </a:solidFill>
                <a:effectLst/>
                <a:uLnTx/>
                <a:uFillTx/>
                <a:latin typeface="Corbel" panose="020B0503020204020204" pitchFamily="34" charset="0"/>
              </a:rPr>
              <a:t>Risk &amp; Issues:</a:t>
            </a:r>
          </a:p>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lang="en-GB" dirty="0">
                <a:solidFill>
                  <a:srgbClr val="5B5B5B"/>
                </a:solidFill>
              </a:rPr>
              <a:t>N/A</a:t>
            </a:r>
            <a:endParaRPr kumimoji="0" lang="en-GB" sz="1500" i="0" u="none" strike="noStrike" kern="1200" cap="none" spc="0" normalizeH="0" baseline="0" noProof="0" dirty="0">
              <a:ln>
                <a:noFill/>
              </a:ln>
              <a:solidFill>
                <a:srgbClr val="5B5B5B"/>
              </a:solidFill>
              <a:effectLst/>
              <a:uLnTx/>
              <a:uFillTx/>
              <a:latin typeface="Corbel" panose="020B0503020204020204" pitchFamily="34" charset="0"/>
            </a:endParaRPr>
          </a:p>
        </p:txBody>
      </p:sp>
      <p:sp>
        <p:nvSpPr>
          <p:cNvPr id="8" name="Content Placeholder 2">
            <a:extLst>
              <a:ext uri="{FF2B5EF4-FFF2-40B4-BE49-F238E27FC236}">
                <a16:creationId xmlns:a16="http://schemas.microsoft.com/office/drawing/2014/main" id="{6B2C87B9-2DEA-B984-DB9C-EC92D8A09433}"/>
              </a:ext>
            </a:extLst>
          </p:cNvPr>
          <p:cNvSpPr txBox="1">
            <a:spLocks/>
          </p:cNvSpPr>
          <p:nvPr/>
        </p:nvSpPr>
        <p:spPr>
          <a:xfrm>
            <a:off x="620325" y="4998434"/>
            <a:ext cx="3840480" cy="1543972"/>
          </a:xfrm>
          <a:prstGeom prst="rect">
            <a:avLst/>
          </a:prstGeom>
          <a:ln w="3175">
            <a:solidFill>
              <a:schemeClr val="tx1">
                <a:lumMod val="20000"/>
                <a:lumOff val="80000"/>
              </a:schemeClr>
            </a:solidFill>
          </a:ln>
        </p:spPr>
        <p:txBody>
          <a:bodyPr vert="horz" lIns="91440" tIns="45720" rIns="91440" bIns="45720" rtlCol="0" anchor="t">
            <a:normAutofit/>
          </a:bodyPr>
          <a:lstStyle>
            <a:lvl1pPr marL="0" indent="0" algn="l" defTabSz="685766" rtl="0" eaLnBrk="1" latinLnBrk="0" hangingPunct="1">
              <a:lnSpc>
                <a:spcPct val="90000"/>
              </a:lnSpc>
              <a:spcBef>
                <a:spcPts val="750"/>
              </a:spcBef>
              <a:buFont typeface="Trebuchet MS" pitchFamily="34" charset="0"/>
              <a:buNone/>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1pPr>
            <a:lvl2pPr marL="557213" indent="-214313" algn="l" defTabSz="685766" rtl="0" eaLnBrk="1" latinLnBrk="0" hangingPunct="1">
              <a:lnSpc>
                <a:spcPct val="90000"/>
              </a:lnSpc>
              <a:spcBef>
                <a:spcPts val="375"/>
              </a:spcBef>
              <a:buClr>
                <a:schemeClr val="accent2"/>
              </a:buClr>
              <a:buSzPct val="120000"/>
              <a:buFont typeface="Arial" charset="0"/>
              <a:buChar char="•"/>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2pPr>
            <a:lvl3pPr marL="857250" indent="-171450" algn="l" defTabSz="685766" rtl="0" eaLnBrk="1" latinLnBrk="0" hangingPunct="1">
              <a:lnSpc>
                <a:spcPct val="90000"/>
              </a:lnSpc>
              <a:spcBef>
                <a:spcPts val="375"/>
              </a:spcBef>
              <a:buClr>
                <a:schemeClr val="accent2"/>
              </a:buClr>
              <a:buSzPct val="60000"/>
              <a:buFont typeface=".HelveticaNeueDeskInterface-Regular" charset="-120"/>
              <a:buChar char="-"/>
              <a:defRPr sz="1500" b="0" i="0" kern="1200">
                <a:solidFill>
                  <a:schemeClr val="tx1"/>
                </a:solidFill>
                <a:latin typeface="Corbel" panose="020B0503020204020204" pitchFamily="34" charset="0"/>
                <a:ea typeface="Corbel" panose="020B0503020204020204" pitchFamily="34" charset="0"/>
                <a:cs typeface="Corbel" panose="020B0503020204020204" pitchFamily="34" charset="0"/>
              </a:defRPr>
            </a:lvl3pPr>
            <a:lvl4pPr marL="12001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4pPr>
            <a:lvl5pPr marL="1543050" indent="-171450" algn="l" defTabSz="685766" rtl="0" eaLnBrk="1" latinLnBrk="0" hangingPunct="1">
              <a:lnSpc>
                <a:spcPct val="90000"/>
              </a:lnSpc>
              <a:spcBef>
                <a:spcPts val="375"/>
              </a:spcBef>
              <a:buClr>
                <a:schemeClr val="accent2"/>
              </a:buClr>
              <a:buSzPct val="60000"/>
              <a:buFont typeface=".HelveticaNeueDeskInterface-Regular" charset="-120"/>
              <a:buChar char="-"/>
              <a:defRPr sz="1350" b="0" i="0" kern="1200">
                <a:solidFill>
                  <a:schemeClr val="tx1"/>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kumimoji="0" lang="en-GB" sz="1500" b="1" i="0" u="none" strike="noStrike" kern="1200" cap="none" spc="0" normalizeH="0" baseline="0" noProof="0" dirty="0">
                <a:ln>
                  <a:noFill/>
                </a:ln>
                <a:solidFill>
                  <a:srgbClr val="5B5B5B"/>
                </a:solidFill>
                <a:effectLst/>
                <a:uLnTx/>
                <a:uFillTx/>
                <a:latin typeface="Corbel"/>
              </a:rPr>
              <a:t>Support or Help needed:</a:t>
            </a:r>
          </a:p>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r>
              <a:rPr kumimoji="0" lang="en-GB" sz="1500" b="0" i="0" u="none" strike="noStrike" kern="1200" cap="none" spc="0" normalizeH="0" baseline="0" noProof="0" dirty="0">
                <a:ln>
                  <a:noFill/>
                </a:ln>
                <a:solidFill>
                  <a:srgbClr val="5B5B5B"/>
                </a:solidFill>
                <a:effectLst/>
                <a:uLnTx/>
                <a:uFillTx/>
                <a:latin typeface="Corbel"/>
              </a:rPr>
              <a:t>N/A</a:t>
            </a:r>
            <a:endParaRPr kumimoji="0" lang="en-GB" sz="1500" b="0" i="1" u="none" strike="noStrike" kern="1200" cap="none" spc="0" normalizeH="0" baseline="0" noProof="0" dirty="0">
              <a:ln>
                <a:noFill/>
              </a:ln>
              <a:solidFill>
                <a:srgbClr val="FF0000"/>
              </a:solidFill>
              <a:effectLst/>
              <a:uLnTx/>
              <a:uFillTx/>
              <a:latin typeface="Corbel" panose="020B0503020204020204" pitchFamily="34" charset="0"/>
            </a:endParaRPr>
          </a:p>
          <a:p>
            <a:pPr marL="0" marR="0" lvl="0" indent="0" algn="l" defTabSz="685766" rtl="0" eaLnBrk="1" fontAlgn="auto" latinLnBrk="0" hangingPunct="1">
              <a:lnSpc>
                <a:spcPct val="90000"/>
              </a:lnSpc>
              <a:spcBef>
                <a:spcPts val="750"/>
              </a:spcBef>
              <a:spcAft>
                <a:spcPts val="0"/>
              </a:spcAft>
              <a:buClrTx/>
              <a:buSzTx/>
              <a:buFont typeface="Trebuchet MS" pitchFamily="34" charset="0"/>
              <a:buNone/>
              <a:tabLst/>
              <a:defRPr/>
            </a:pPr>
            <a:endParaRPr kumimoji="0" lang="en-GB" sz="1500" b="0" i="0" u="none" strike="noStrike" kern="1200" cap="none" spc="0" normalizeH="0" baseline="0" noProof="0" dirty="0">
              <a:ln>
                <a:noFill/>
              </a:ln>
              <a:solidFill>
                <a:srgbClr val="5B5B5B"/>
              </a:solidFill>
              <a:effectLst/>
              <a:uLnTx/>
              <a:uFillTx/>
              <a:latin typeface="Corbel" panose="020B0503020204020204" pitchFamily="34" charset="0"/>
            </a:endParaRPr>
          </a:p>
        </p:txBody>
      </p:sp>
      <p:graphicFrame>
        <p:nvGraphicFramePr>
          <p:cNvPr id="9" name="Table 8">
            <a:extLst>
              <a:ext uri="{FF2B5EF4-FFF2-40B4-BE49-F238E27FC236}">
                <a16:creationId xmlns:a16="http://schemas.microsoft.com/office/drawing/2014/main" id="{6FEB9CBD-F186-140B-67A8-23228FDEE204}"/>
              </a:ext>
            </a:extLst>
          </p:cNvPr>
          <p:cNvGraphicFramePr>
            <a:graphicFrameLocks noGrp="1"/>
          </p:cNvGraphicFramePr>
          <p:nvPr>
            <p:extLst>
              <p:ext uri="{D42A27DB-BD31-4B8C-83A1-F6EECF244321}">
                <p14:modId xmlns:p14="http://schemas.microsoft.com/office/powerpoint/2010/main" val="3270113632"/>
              </p:ext>
            </p:extLst>
          </p:nvPr>
        </p:nvGraphicFramePr>
        <p:xfrm>
          <a:off x="4849368" y="3984778"/>
          <a:ext cx="3837812" cy="2557626"/>
        </p:xfrm>
        <a:graphic>
          <a:graphicData uri="http://schemas.openxmlformats.org/drawingml/2006/table">
            <a:tbl>
              <a:tblPr firstRow="1" bandRow="1">
                <a:tableStyleId>{00A15C55-8517-42AA-B614-E9B94910E393}</a:tableStyleId>
              </a:tblPr>
              <a:tblGrid>
                <a:gridCol w="959453">
                  <a:extLst>
                    <a:ext uri="{9D8B030D-6E8A-4147-A177-3AD203B41FA5}">
                      <a16:colId xmlns:a16="http://schemas.microsoft.com/office/drawing/2014/main" val="3265897627"/>
                    </a:ext>
                  </a:extLst>
                </a:gridCol>
                <a:gridCol w="959453">
                  <a:extLst>
                    <a:ext uri="{9D8B030D-6E8A-4147-A177-3AD203B41FA5}">
                      <a16:colId xmlns:a16="http://schemas.microsoft.com/office/drawing/2014/main" val="2511899127"/>
                    </a:ext>
                  </a:extLst>
                </a:gridCol>
                <a:gridCol w="959453">
                  <a:extLst>
                    <a:ext uri="{9D8B030D-6E8A-4147-A177-3AD203B41FA5}">
                      <a16:colId xmlns:a16="http://schemas.microsoft.com/office/drawing/2014/main" val="2331991477"/>
                    </a:ext>
                  </a:extLst>
                </a:gridCol>
                <a:gridCol w="959453">
                  <a:extLst>
                    <a:ext uri="{9D8B030D-6E8A-4147-A177-3AD203B41FA5}">
                      <a16:colId xmlns:a16="http://schemas.microsoft.com/office/drawing/2014/main" val="3118325911"/>
                    </a:ext>
                  </a:extLst>
                </a:gridCol>
              </a:tblGrid>
              <a:tr h="396405">
                <a:tc gridSpan="4">
                  <a:txBody>
                    <a:bodyPr/>
                    <a:lstStyle/>
                    <a:p>
                      <a:pPr algn="ctr"/>
                      <a:r>
                        <a:rPr lang="en-GB" dirty="0"/>
                        <a:t>Audit Schedule</a:t>
                      </a:r>
                    </a:p>
                  </a:txBody>
                  <a:tcPr anchor="ct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586653424"/>
                  </a:ext>
                </a:extLst>
              </a:tr>
              <a:tr h="396405">
                <a:tc>
                  <a:txBody>
                    <a:bodyPr/>
                    <a:lstStyle/>
                    <a:p>
                      <a:pPr algn="ctr"/>
                      <a:r>
                        <a:rPr lang="en-GB" sz="1100"/>
                        <a:t>Type</a:t>
                      </a:r>
                    </a:p>
                  </a:txBody>
                  <a:tcPr anchor="ctr"/>
                </a:tc>
                <a:tc>
                  <a:txBody>
                    <a:bodyPr/>
                    <a:lstStyle/>
                    <a:p>
                      <a:pPr algn="ctr"/>
                      <a:r>
                        <a:rPr lang="en-GB" sz="1100"/>
                        <a:t>External </a:t>
                      </a:r>
                    </a:p>
                  </a:txBody>
                  <a:tcPr anchor="ctr"/>
                </a:tc>
                <a:tc>
                  <a:txBody>
                    <a:bodyPr/>
                    <a:lstStyle/>
                    <a:p>
                      <a:pPr algn="ctr"/>
                      <a:r>
                        <a:rPr lang="en-GB" sz="1100"/>
                        <a:t>Internal</a:t>
                      </a:r>
                    </a:p>
                  </a:txBody>
                  <a:tcPr anchor="ctr"/>
                </a:tc>
                <a:tc>
                  <a:txBody>
                    <a:bodyPr/>
                    <a:lstStyle/>
                    <a:p>
                      <a:pPr algn="ctr"/>
                      <a:r>
                        <a:rPr lang="en-GB" sz="1100" dirty="0"/>
                        <a:t>Sub-Con</a:t>
                      </a:r>
                    </a:p>
                  </a:txBody>
                  <a:tcPr anchor="ctr"/>
                </a:tc>
                <a:extLst>
                  <a:ext uri="{0D108BD9-81ED-4DB2-BD59-A6C34878D82A}">
                    <a16:rowId xmlns:a16="http://schemas.microsoft.com/office/drawing/2014/main" val="1485326117"/>
                  </a:ext>
                </a:extLst>
              </a:tr>
              <a:tr h="396405">
                <a:tc>
                  <a:txBody>
                    <a:bodyPr/>
                    <a:lstStyle/>
                    <a:p>
                      <a:pPr algn="ctr"/>
                      <a:r>
                        <a:rPr lang="en-GB" sz="1100"/>
                        <a:t>Plan for year</a:t>
                      </a:r>
                    </a:p>
                  </a:txBody>
                  <a:tcPr anchor="ctr"/>
                </a:tc>
                <a:tc>
                  <a:txBody>
                    <a:bodyPr/>
                    <a:lstStyle/>
                    <a:p>
                      <a:pPr algn="ctr"/>
                      <a:r>
                        <a:rPr lang="en-GB" sz="1400" dirty="0"/>
                        <a:t>-</a:t>
                      </a:r>
                    </a:p>
                  </a:txBody>
                  <a:tcPr anchor="ctr"/>
                </a:tc>
                <a:tc>
                  <a:txBody>
                    <a:bodyPr/>
                    <a:lstStyle/>
                    <a:p>
                      <a:pPr algn="ctr"/>
                      <a:r>
                        <a:rPr lang="en-GB" sz="1400" dirty="0"/>
                        <a:t>7</a:t>
                      </a:r>
                    </a:p>
                  </a:txBody>
                  <a:tcPr anchor="ctr"/>
                </a:tc>
                <a:tc>
                  <a:txBody>
                    <a:bodyPr/>
                    <a:lstStyle/>
                    <a:p>
                      <a:pPr algn="ctr"/>
                      <a:r>
                        <a:rPr lang="en-GB" sz="1400" dirty="0"/>
                        <a:t>-</a:t>
                      </a:r>
                    </a:p>
                  </a:txBody>
                  <a:tcPr anchor="ctr"/>
                </a:tc>
                <a:extLst>
                  <a:ext uri="{0D108BD9-81ED-4DB2-BD59-A6C34878D82A}">
                    <a16:rowId xmlns:a16="http://schemas.microsoft.com/office/drawing/2014/main" val="4189163058"/>
                  </a:ext>
                </a:extLst>
              </a:tr>
              <a:tr h="456137">
                <a:tc>
                  <a:txBody>
                    <a:bodyPr/>
                    <a:lstStyle/>
                    <a:p>
                      <a:pPr algn="ctr"/>
                      <a:r>
                        <a:rPr lang="en-GB" sz="1100"/>
                        <a:t>YTD Plan Comp.</a:t>
                      </a:r>
                    </a:p>
                  </a:txBody>
                  <a:tcPr anchor="ctr"/>
                </a:tc>
                <a:tc>
                  <a:txBody>
                    <a:bodyPr/>
                    <a:lstStyle/>
                    <a:p>
                      <a:pPr algn="ctr"/>
                      <a:r>
                        <a:rPr lang="en-GB" sz="1400" dirty="0"/>
                        <a:t>-</a:t>
                      </a:r>
                    </a:p>
                  </a:txBody>
                  <a:tcPr anchor="ctr"/>
                </a:tc>
                <a:tc>
                  <a:txBody>
                    <a:bodyPr/>
                    <a:lstStyle/>
                    <a:p>
                      <a:pPr algn="ctr"/>
                      <a:r>
                        <a:rPr lang="en-GB" sz="1400" dirty="0"/>
                        <a:t>7</a:t>
                      </a:r>
                    </a:p>
                  </a:txBody>
                  <a:tcPr anchor="ctr"/>
                </a:tc>
                <a:tc>
                  <a:txBody>
                    <a:bodyPr/>
                    <a:lstStyle/>
                    <a:p>
                      <a:pPr algn="ctr"/>
                      <a:r>
                        <a:rPr lang="en-GB" sz="1400" dirty="0"/>
                        <a:t>-</a:t>
                      </a:r>
                    </a:p>
                  </a:txBody>
                  <a:tcPr anchor="ctr"/>
                </a:tc>
                <a:extLst>
                  <a:ext uri="{0D108BD9-81ED-4DB2-BD59-A6C34878D82A}">
                    <a16:rowId xmlns:a16="http://schemas.microsoft.com/office/drawing/2014/main" val="1573698731"/>
                  </a:ext>
                </a:extLst>
              </a:tr>
              <a:tr h="456137">
                <a:tc>
                  <a:txBody>
                    <a:bodyPr/>
                    <a:lstStyle/>
                    <a:p>
                      <a:pPr algn="ctr"/>
                      <a:r>
                        <a:rPr lang="en-GB" sz="1100"/>
                        <a:t>YTD Actual Comp.</a:t>
                      </a:r>
                    </a:p>
                  </a:txBody>
                  <a:tcPr anchor="ctr"/>
                </a:tc>
                <a:tc>
                  <a:txBody>
                    <a:bodyPr/>
                    <a:lstStyle/>
                    <a:p>
                      <a:pPr algn="ctr"/>
                      <a:r>
                        <a:rPr lang="en-GB" sz="1400" dirty="0"/>
                        <a:t>-</a:t>
                      </a:r>
                    </a:p>
                  </a:txBody>
                  <a:tcPr anchor="ctr"/>
                </a:tc>
                <a:tc>
                  <a:txBody>
                    <a:bodyPr/>
                    <a:lstStyle/>
                    <a:p>
                      <a:pPr algn="ctr"/>
                      <a:r>
                        <a:rPr lang="en-GB" sz="1400" dirty="0"/>
                        <a:t>7</a:t>
                      </a:r>
                    </a:p>
                  </a:txBody>
                  <a:tcPr anchor="ctr"/>
                </a:tc>
                <a:tc>
                  <a:txBody>
                    <a:bodyPr/>
                    <a:lstStyle/>
                    <a:p>
                      <a:pPr algn="ctr"/>
                      <a:r>
                        <a:rPr lang="en-GB" sz="1400" dirty="0"/>
                        <a:t>-</a:t>
                      </a:r>
                    </a:p>
                  </a:txBody>
                  <a:tcPr anchor="ctr"/>
                </a:tc>
                <a:extLst>
                  <a:ext uri="{0D108BD9-81ED-4DB2-BD59-A6C34878D82A}">
                    <a16:rowId xmlns:a16="http://schemas.microsoft.com/office/drawing/2014/main" val="3543689503"/>
                  </a:ext>
                </a:extLst>
              </a:tr>
              <a:tr h="456137">
                <a:tc>
                  <a:txBody>
                    <a:bodyPr/>
                    <a:lstStyle/>
                    <a:p>
                      <a:pPr algn="ctr"/>
                      <a:r>
                        <a:rPr lang="en-GB" sz="1100"/>
                        <a:t>Schedule Adherence %</a:t>
                      </a:r>
                    </a:p>
                  </a:txBody>
                  <a:tcPr anchor="ctr"/>
                </a:tc>
                <a:tc>
                  <a:txBody>
                    <a:bodyPr/>
                    <a:lstStyle/>
                    <a:p>
                      <a:pPr algn="ctr"/>
                      <a:r>
                        <a:rPr lang="en-GB" sz="1400" dirty="0"/>
                        <a:t>-</a:t>
                      </a:r>
                    </a:p>
                  </a:txBody>
                  <a:tcPr anchor="ctr"/>
                </a:tc>
                <a:tc>
                  <a:txBody>
                    <a:bodyPr/>
                    <a:lstStyle/>
                    <a:p>
                      <a:pPr algn="ctr"/>
                      <a:r>
                        <a:rPr lang="en-GB" sz="1400" dirty="0"/>
                        <a:t>100%</a:t>
                      </a:r>
                    </a:p>
                  </a:txBody>
                  <a:tcPr anchor="ctr"/>
                </a:tc>
                <a:tc>
                  <a:txBody>
                    <a:bodyPr/>
                    <a:lstStyle/>
                    <a:p>
                      <a:pPr algn="ctr"/>
                      <a:r>
                        <a:rPr lang="en-GB" sz="1400" dirty="0"/>
                        <a:t>-</a:t>
                      </a:r>
                    </a:p>
                  </a:txBody>
                  <a:tcPr anchor="ctr"/>
                </a:tc>
                <a:extLst>
                  <a:ext uri="{0D108BD9-81ED-4DB2-BD59-A6C34878D82A}">
                    <a16:rowId xmlns:a16="http://schemas.microsoft.com/office/drawing/2014/main" val="3300339404"/>
                  </a:ext>
                </a:extLst>
              </a:tr>
            </a:tbl>
          </a:graphicData>
        </a:graphic>
      </p:graphicFrame>
    </p:spTree>
    <p:extLst>
      <p:ext uri="{BB962C8B-B14F-4D97-AF65-F5344CB8AC3E}">
        <p14:creationId xmlns:p14="http://schemas.microsoft.com/office/powerpoint/2010/main" val="1235280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81DD1C-A12B-E446-1DB1-56C5884D8CBA}"/>
              </a:ext>
            </a:extLst>
          </p:cNvPr>
          <p:cNvSpPr>
            <a:spLocks noGrp="1"/>
          </p:cNvSpPr>
          <p:nvPr>
            <p:ph type="body" idx="1"/>
          </p:nvPr>
        </p:nvSpPr>
        <p:spPr>
          <a:xfrm>
            <a:off x="626364" y="348337"/>
            <a:ext cx="3868340" cy="338818"/>
          </a:xfrm>
        </p:spPr>
        <p:txBody>
          <a:bodyPr>
            <a:normAutofit/>
          </a:bodyPr>
          <a:lstStyle/>
          <a:p>
            <a:r>
              <a:rPr lang="en-GB" b="0" dirty="0"/>
              <a:t>KPI – Customer Complaints</a:t>
            </a:r>
          </a:p>
        </p:txBody>
      </p:sp>
      <p:sp>
        <p:nvSpPr>
          <p:cNvPr id="5" name="Text Placeholder 4">
            <a:extLst>
              <a:ext uri="{FF2B5EF4-FFF2-40B4-BE49-F238E27FC236}">
                <a16:creationId xmlns:a16="http://schemas.microsoft.com/office/drawing/2014/main" id="{7E3EF052-C27F-F9DD-A4AF-146FA11CD50E}"/>
              </a:ext>
            </a:extLst>
          </p:cNvPr>
          <p:cNvSpPr>
            <a:spLocks noGrp="1"/>
          </p:cNvSpPr>
          <p:nvPr>
            <p:ph type="body" sz="quarter" idx="3"/>
          </p:nvPr>
        </p:nvSpPr>
        <p:spPr>
          <a:xfrm>
            <a:off x="4846438" y="339006"/>
            <a:ext cx="3887391" cy="338818"/>
          </a:xfrm>
        </p:spPr>
        <p:txBody>
          <a:bodyPr>
            <a:normAutofit/>
          </a:bodyPr>
          <a:lstStyle/>
          <a:p>
            <a:r>
              <a:rPr lang="en-GB" b="0"/>
              <a:t>KPI – Analysis by Customer</a:t>
            </a:r>
          </a:p>
        </p:txBody>
      </p:sp>
      <p:sp>
        <p:nvSpPr>
          <p:cNvPr id="7" name="Slide Number Placeholder 6">
            <a:extLst>
              <a:ext uri="{FF2B5EF4-FFF2-40B4-BE49-F238E27FC236}">
                <a16:creationId xmlns:a16="http://schemas.microsoft.com/office/drawing/2014/main" id="{E7170AAE-9B9E-05AC-B8E4-0C18A5F14D1F}"/>
              </a:ext>
            </a:extLst>
          </p:cNvPr>
          <p:cNvSpPr>
            <a:spLocks noGrp="1"/>
          </p:cNvSpPr>
          <p:nvPr>
            <p:ph type="sldNum" sz="quarter" idx="12"/>
          </p:nvPr>
        </p:nvSpPr>
        <p:spPr/>
        <p:txBody>
          <a:bodyPr/>
          <a:lstStyle/>
          <a:p>
            <a:fld id="{5DB319D9-D2FD-284E-84AD-40610CA482F1}" type="slidenum">
              <a:rPr lang="en-US" smtClean="0"/>
              <a:t>5</a:t>
            </a:fld>
            <a:endParaRPr lang="en-US" dirty="0"/>
          </a:p>
        </p:txBody>
      </p:sp>
      <p:sp>
        <p:nvSpPr>
          <p:cNvPr id="8" name="Title 3">
            <a:extLst>
              <a:ext uri="{FF2B5EF4-FFF2-40B4-BE49-F238E27FC236}">
                <a16:creationId xmlns:a16="http://schemas.microsoft.com/office/drawing/2014/main" id="{637EBB3E-0DF5-6D47-EFDB-723D79021730}"/>
              </a:ext>
            </a:extLst>
          </p:cNvPr>
          <p:cNvSpPr>
            <a:spLocks noGrp="1"/>
          </p:cNvSpPr>
          <p:nvPr>
            <p:ph type="title"/>
          </p:nvPr>
        </p:nvSpPr>
        <p:spPr>
          <a:xfrm>
            <a:off x="226360" y="824"/>
            <a:ext cx="8684038" cy="478139"/>
          </a:xfrm>
        </p:spPr>
        <p:txBody>
          <a:bodyPr>
            <a:noAutofit/>
          </a:bodyPr>
          <a:lstStyle/>
          <a:p>
            <a:r>
              <a:rPr lang="en-US" sz="1800" dirty="0">
                <a:latin typeface="Corbel"/>
              </a:rPr>
              <a:t>NA: Wk.{{WK_NUM}} Customer Complaints Performance Update</a:t>
            </a:r>
            <a:endParaRPr lang="en-GB" sz="1800" dirty="0">
              <a:highlight>
                <a:srgbClr val="FFFF00"/>
              </a:highlight>
              <a:latin typeface="Corbel"/>
            </a:endParaRPr>
          </a:p>
        </p:txBody>
      </p:sp>
      <p:sp>
        <p:nvSpPr>
          <p:cNvPr id="9" name="Text Placeholder 2">
            <a:extLst>
              <a:ext uri="{FF2B5EF4-FFF2-40B4-BE49-F238E27FC236}">
                <a16:creationId xmlns:a16="http://schemas.microsoft.com/office/drawing/2014/main" id="{50ECE6D1-EEC6-C0FF-68E9-ECC93673B9FC}"/>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A3287B4D-3135-3D77-8BBA-0C1B366A171B}"/>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dirty="0"/>
          </a:p>
        </p:txBody>
      </p:sp>
      <p:sp>
        <p:nvSpPr>
          <p:cNvPr id="11" name="Content Placeholder 3">
            <a:extLst>
              <a:ext uri="{FF2B5EF4-FFF2-40B4-BE49-F238E27FC236}">
                <a16:creationId xmlns:a16="http://schemas.microsoft.com/office/drawing/2014/main" id="{3C782F4C-15C8-3BEA-3167-5171DFB77A11}"/>
              </a:ext>
            </a:extLst>
          </p:cNvPr>
          <p:cNvSpPr txBox="1">
            <a:spLocks/>
          </p:cNvSpPr>
          <p:nvPr/>
        </p:nvSpPr>
        <p:spPr>
          <a:xfrm>
            <a:off x="626364" y="3631068"/>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4BC01C0A-EF39-238D-27BA-5C4ED2259B53}"/>
              </a:ext>
            </a:extLst>
          </p:cNvPr>
          <p:cNvSpPr txBox="1">
            <a:spLocks/>
          </p:cNvSpPr>
          <p:nvPr/>
        </p:nvSpPr>
        <p:spPr>
          <a:xfrm>
            <a:off x="614286"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KPI – Analysis of theme / fault code</a:t>
            </a:r>
          </a:p>
        </p:txBody>
      </p:sp>
      <p:sp>
        <p:nvSpPr>
          <p:cNvPr id="22" name="Content Placeholder 5">
            <a:extLst>
              <a:ext uri="{FF2B5EF4-FFF2-40B4-BE49-F238E27FC236}">
                <a16:creationId xmlns:a16="http://schemas.microsoft.com/office/drawing/2014/main" id="{344823B8-BBAD-BCC7-984D-17C835F2CEDA}"/>
              </a:ext>
            </a:extLst>
          </p:cNvPr>
          <p:cNvSpPr txBox="1">
            <a:spLocks/>
          </p:cNvSpPr>
          <p:nvPr/>
        </p:nvSpPr>
        <p:spPr>
          <a:xfrm>
            <a:off x="4846437" y="3800476"/>
            <a:ext cx="3887391" cy="2529786"/>
          </a:xfrm>
          <a:prstGeom prst="rect">
            <a:avLst/>
          </a:prstGeom>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endParaRPr lang="en-GB"/>
          </a:p>
        </p:txBody>
      </p:sp>
      <p:sp>
        <p:nvSpPr>
          <p:cNvPr id="23" name="Text Placeholder 4">
            <a:extLst>
              <a:ext uri="{FF2B5EF4-FFF2-40B4-BE49-F238E27FC236}">
                <a16:creationId xmlns:a16="http://schemas.microsoft.com/office/drawing/2014/main" id="{6289D2B3-041B-1702-76EE-242006F7E2AB}"/>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a:t>Summary of Actions to improve</a:t>
            </a:r>
          </a:p>
        </p:txBody>
      </p:sp>
      <p:graphicFrame>
        <p:nvGraphicFramePr>
          <p:cNvPr id="24" name="Content Placeholder 1">
            <a:extLst>
              <a:ext uri="{FF2B5EF4-FFF2-40B4-BE49-F238E27FC236}">
                <a16:creationId xmlns:a16="http://schemas.microsoft.com/office/drawing/2014/main" id="{2352B3FA-DE50-647F-E135-398843A2939E}"/>
              </a:ext>
            </a:extLst>
          </p:cNvPr>
          <p:cNvGraphicFramePr>
            <a:graphicFrameLocks/>
          </p:cNvGraphicFramePr>
          <p:nvPr>
            <p:extLst>
              <p:ext uri="{D42A27DB-BD31-4B8C-83A1-F6EECF244321}">
                <p14:modId xmlns:p14="http://schemas.microsoft.com/office/powerpoint/2010/main" val="2839992569"/>
              </p:ext>
            </p:extLst>
          </p:nvPr>
        </p:nvGraphicFramePr>
        <p:xfrm>
          <a:off x="4482626" y="3760310"/>
          <a:ext cx="4661375" cy="1945338"/>
        </p:xfrm>
        <a:graphic>
          <a:graphicData uri="http://schemas.openxmlformats.org/drawingml/2006/table">
            <a:tbl>
              <a:tblPr firstRow="1" bandRow="1">
                <a:tableStyleId>{00A15C55-8517-42AA-B614-E9B94910E393}</a:tableStyleId>
              </a:tblPr>
              <a:tblGrid>
                <a:gridCol w="415945">
                  <a:extLst>
                    <a:ext uri="{9D8B030D-6E8A-4147-A177-3AD203B41FA5}">
                      <a16:colId xmlns:a16="http://schemas.microsoft.com/office/drawing/2014/main" val="50396658"/>
                    </a:ext>
                  </a:extLst>
                </a:gridCol>
                <a:gridCol w="793102">
                  <a:extLst>
                    <a:ext uri="{9D8B030D-6E8A-4147-A177-3AD203B41FA5}">
                      <a16:colId xmlns:a16="http://schemas.microsoft.com/office/drawing/2014/main" val="2202721098"/>
                    </a:ext>
                  </a:extLst>
                </a:gridCol>
                <a:gridCol w="1073021">
                  <a:extLst>
                    <a:ext uri="{9D8B030D-6E8A-4147-A177-3AD203B41FA5}">
                      <a16:colId xmlns:a16="http://schemas.microsoft.com/office/drawing/2014/main" val="1421875135"/>
                    </a:ext>
                  </a:extLst>
                </a:gridCol>
                <a:gridCol w="1390736">
                  <a:extLst>
                    <a:ext uri="{9D8B030D-6E8A-4147-A177-3AD203B41FA5}">
                      <a16:colId xmlns:a16="http://schemas.microsoft.com/office/drawing/2014/main" val="317231456"/>
                    </a:ext>
                  </a:extLst>
                </a:gridCol>
                <a:gridCol w="543181">
                  <a:extLst>
                    <a:ext uri="{9D8B030D-6E8A-4147-A177-3AD203B41FA5}">
                      <a16:colId xmlns:a16="http://schemas.microsoft.com/office/drawing/2014/main" val="1994850646"/>
                    </a:ext>
                  </a:extLst>
                </a:gridCol>
                <a:gridCol w="445390">
                  <a:extLst>
                    <a:ext uri="{9D8B030D-6E8A-4147-A177-3AD203B41FA5}">
                      <a16:colId xmlns:a16="http://schemas.microsoft.com/office/drawing/2014/main" val="4081782946"/>
                    </a:ext>
                  </a:extLst>
                </a:gridCol>
              </a:tblGrid>
              <a:tr h="514442">
                <a:tc>
                  <a:txBody>
                    <a:bodyPr/>
                    <a:lstStyle/>
                    <a:p>
                      <a:pPr algn="ctr"/>
                      <a:r>
                        <a:rPr lang="en-GB" sz="800" dirty="0"/>
                        <a:t>Liability</a:t>
                      </a:r>
                    </a:p>
                    <a:p>
                      <a:pPr algn="ctr"/>
                      <a:r>
                        <a:rPr lang="en-GB" sz="800" dirty="0"/>
                        <a:t>Y / N</a:t>
                      </a:r>
                    </a:p>
                  </a:txBody>
                  <a:tcPr anchor="ctr"/>
                </a:tc>
                <a:tc>
                  <a:txBody>
                    <a:bodyPr/>
                    <a:lstStyle/>
                    <a:p>
                      <a:pPr algn="ctr"/>
                      <a:r>
                        <a:rPr lang="en-GB" sz="900" dirty="0"/>
                        <a:t>IRP/NC #</a:t>
                      </a:r>
                    </a:p>
                  </a:txBody>
                  <a:tcPr anchor="ctr"/>
                </a:tc>
                <a:tc>
                  <a:txBody>
                    <a:bodyPr/>
                    <a:lstStyle/>
                    <a:p>
                      <a:pPr algn="ctr"/>
                      <a:r>
                        <a:rPr lang="en-GB" sz="900" dirty="0"/>
                        <a:t>RC- Code</a:t>
                      </a:r>
                    </a:p>
                    <a:p>
                      <a:pPr algn="ctr"/>
                      <a:r>
                        <a:rPr lang="en-GB" sz="900" dirty="0"/>
                        <a:t>Or Concern</a:t>
                      </a:r>
                    </a:p>
                  </a:txBody>
                  <a:tcPr anchor="ctr"/>
                </a:tc>
                <a:tc>
                  <a:txBody>
                    <a:bodyPr/>
                    <a:lstStyle/>
                    <a:p>
                      <a:pPr algn="ctr"/>
                      <a:r>
                        <a:rPr lang="en-GB" sz="900" dirty="0"/>
                        <a:t>Action</a:t>
                      </a:r>
                    </a:p>
                  </a:txBody>
                  <a:tcPr anchor="ctr"/>
                </a:tc>
                <a:tc>
                  <a:txBody>
                    <a:bodyPr/>
                    <a:lstStyle/>
                    <a:p>
                      <a:pPr algn="ctr"/>
                      <a:r>
                        <a:rPr lang="en-GB" sz="900" dirty="0"/>
                        <a:t>Owner</a:t>
                      </a:r>
                    </a:p>
                  </a:txBody>
                  <a:tcPr anchor="ctr"/>
                </a:tc>
                <a:tc>
                  <a:txBody>
                    <a:bodyPr/>
                    <a:lstStyle/>
                    <a:p>
                      <a:pPr algn="ctr"/>
                      <a:r>
                        <a:rPr lang="en-GB" sz="900" dirty="0"/>
                        <a:t>Comp. Date</a:t>
                      </a:r>
                    </a:p>
                  </a:txBody>
                  <a:tcPr anchor="ctr"/>
                </a:tc>
                <a:extLst>
                  <a:ext uri="{0D108BD9-81ED-4DB2-BD59-A6C34878D82A}">
                    <a16:rowId xmlns:a16="http://schemas.microsoft.com/office/drawing/2014/main" val="791109035"/>
                  </a:ext>
                </a:extLst>
              </a:tr>
              <a:tr h="379336">
                <a:tc>
                  <a:txBody>
                    <a:bodyPr/>
                    <a:lstStyle/>
                    <a:p>
                      <a:pPr algn="ctr"/>
                      <a:r>
                        <a:rPr lang="en-GB" sz="900" dirty="0"/>
                        <a:t>Y</a:t>
                      </a:r>
                    </a:p>
                  </a:txBody>
                  <a:tcPr anchor="ctr"/>
                </a:tc>
                <a:tc>
                  <a:txBody>
                    <a:bodyPr/>
                    <a:lstStyle/>
                    <a:p>
                      <a:pPr algn="ctr" fontAlgn="t">
                        <a:buNone/>
                      </a:pPr>
                      <a:r>
                        <a:rPr lang="en-US" sz="900" kern="1200" dirty="0">
                          <a:solidFill>
                            <a:schemeClr val="dk1"/>
                          </a:solidFill>
                          <a:latin typeface="+mn-lt"/>
                          <a:ea typeface="+mn-ea"/>
                          <a:cs typeface="+mn-cs"/>
                        </a:rPr>
                        <a:t>{{S5R1_TKT}}</a:t>
                      </a:r>
                    </a:p>
                    <a:p>
                      <a:pPr algn="ctr" fontAlgn="t">
                        <a:buNone/>
                      </a:pPr>
                      <a:endParaRPr lang="en-US" sz="900" kern="1200" dirty="0">
                        <a:solidFill>
                          <a:schemeClr val="dk1"/>
                        </a:solidFill>
                        <a:latin typeface="+mn-lt"/>
                        <a:ea typeface="+mn-ea"/>
                        <a:cs typeface="+mn-cs"/>
                      </a:endParaRPr>
                    </a:p>
                    <a:p>
                      <a:pPr algn="ctr" fontAlgn="t">
                        <a:buNone/>
                      </a:pPr>
                      <a:endParaRPr lang="en-US" sz="900" kern="1200" dirty="0">
                        <a:solidFill>
                          <a:schemeClr val="dk1"/>
                        </a:solidFill>
                        <a:latin typeface="+mn-lt"/>
                        <a:ea typeface="+mn-ea"/>
                        <a:cs typeface="+mn-cs"/>
                      </a:endParaRPr>
                    </a:p>
                  </a:txBody>
                  <a:tcPr marL="0" marR="0" marT="0" marB="0"/>
                </a:tc>
                <a:tc>
                  <a:txBody>
                    <a:bodyPr/>
                    <a:lstStyle/>
                    <a:p>
                      <a:pPr algn="ctr"/>
                      <a:r>
                        <a:rPr lang="en-GB" sz="900" dirty="0"/>
                        <a:t>{{S5R1_RC}}</a:t>
                      </a:r>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GB" sz="900" kern="1200" dirty="0">
                          <a:solidFill>
                            <a:schemeClr val="dk1"/>
                          </a:solidFill>
                          <a:latin typeface="+mn-lt"/>
                          <a:ea typeface="+mn-ea"/>
                          <a:cs typeface="+mn-cs"/>
                        </a:rPr>
                        <a:t>{{S5R1_ACTION}}</a:t>
                      </a:r>
                      <a:endParaRPr lang="en-US" sz="900" kern="1200" dirty="0">
                        <a:solidFill>
                          <a:schemeClr val="dk1"/>
                        </a:solidFill>
                        <a:latin typeface="+mn-lt"/>
                        <a:ea typeface="+mn-ea"/>
                        <a:cs typeface="+mn-cs"/>
                      </a:endParaRPr>
                    </a:p>
                  </a:txBody>
                  <a:tcPr marL="9525" marR="9525" marT="9525" marB="0"/>
                </a:tc>
                <a:tc>
                  <a:txBody>
                    <a:bodyPr/>
                    <a:lstStyle/>
                    <a:p>
                      <a:pPr algn="ctr"/>
                      <a:r>
                        <a:rPr lang="en-GB" sz="900" dirty="0"/>
                        <a:t>JU</a:t>
                      </a:r>
                    </a:p>
                  </a:txBody>
                  <a:tcPr anchor="ctr"/>
                </a:tc>
                <a:tc>
                  <a:txBody>
                    <a:bodyPr/>
                    <a:lstStyle/>
                    <a:p>
                      <a:pPr algn="ctr"/>
                      <a:endParaRPr lang="en-GB" sz="900" dirty="0"/>
                    </a:p>
                  </a:txBody>
                  <a:tcPr anchor="ctr"/>
                </a:tc>
                <a:extLst>
                  <a:ext uri="{0D108BD9-81ED-4DB2-BD59-A6C34878D82A}">
                    <a16:rowId xmlns:a16="http://schemas.microsoft.com/office/drawing/2014/main" val="1578380095"/>
                  </a:ext>
                </a:extLst>
              </a:tr>
              <a:tr h="379336">
                <a:tc>
                  <a:txBody>
                    <a:bodyPr/>
                    <a:lstStyle/>
                    <a:p>
                      <a:pPr algn="ctr"/>
                      <a:r>
                        <a:rPr lang="en-GB" sz="900" dirty="0"/>
                        <a:t>Y</a:t>
                      </a:r>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US" sz="900" kern="1200" dirty="0">
                          <a:solidFill>
                            <a:schemeClr val="dk1"/>
                          </a:solidFill>
                          <a:latin typeface="+mn-lt"/>
                          <a:ea typeface="+mn-ea"/>
                          <a:cs typeface="+mn-cs"/>
                        </a:rPr>
                        <a:t>{{S5R2_TKT}}</a:t>
                      </a:r>
                    </a:p>
                  </a:txBody>
                  <a:tcPr marL="9525" marR="9525" marT="9525" marB="0"/>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GB" sz="900" dirty="0"/>
                        <a:t>{{S5R2_RC}}</a:t>
                      </a:r>
                    </a:p>
                    <a:p>
                      <a:pPr algn="ctr"/>
                      <a:endParaRPr lang="en-GB" sz="900" dirty="0"/>
                    </a:p>
                  </a:txBody>
                  <a:tcPr anchor="ctr"/>
                </a:tc>
                <a:tc>
                  <a:txBody>
                    <a:bodyPr/>
                    <a:lstStyle/>
                    <a:p>
                      <a:pPr algn="ctr" fontAlgn="t">
                        <a:buNone/>
                      </a:pPr>
                      <a:r>
                        <a:rPr lang="en-US" sz="900" kern="1200" dirty="0">
                          <a:solidFill>
                            <a:schemeClr val="dk1"/>
                          </a:solidFill>
                          <a:latin typeface="+mn-lt"/>
                          <a:ea typeface="+mn-ea"/>
                          <a:cs typeface="+mn-cs"/>
                        </a:rPr>
                        <a:t>{{S5R2_ACTION}}</a:t>
                      </a:r>
                    </a:p>
                  </a:txBody>
                  <a:tcPr marL="0" marR="0" marT="0" marB="0"/>
                </a:tc>
                <a:tc>
                  <a:txBody>
                    <a:bodyPr/>
                    <a:lstStyle/>
                    <a:p>
                      <a:pPr algn="ctr"/>
                      <a:r>
                        <a:rPr lang="en-GB" sz="900" dirty="0"/>
                        <a:t>WH</a:t>
                      </a:r>
                    </a:p>
                  </a:txBody>
                  <a:tcPr anchor="ctr"/>
                </a:tc>
                <a:tc>
                  <a:txBody>
                    <a:bodyPr/>
                    <a:lstStyle/>
                    <a:p>
                      <a:pPr algn="ctr"/>
                      <a:endParaRPr lang="en-GB" sz="900" dirty="0"/>
                    </a:p>
                  </a:txBody>
                  <a:tcPr anchor="ctr"/>
                </a:tc>
                <a:extLst>
                  <a:ext uri="{0D108BD9-81ED-4DB2-BD59-A6C34878D82A}">
                    <a16:rowId xmlns:a16="http://schemas.microsoft.com/office/drawing/2014/main" val="1891840145"/>
                  </a:ext>
                </a:extLst>
              </a:tr>
              <a:tr h="379336">
                <a:tc>
                  <a:txBody>
                    <a:bodyPr/>
                    <a:lstStyle/>
                    <a:p>
                      <a:pPr algn="ctr"/>
                      <a:endParaRPr lang="en-GB" sz="90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mn-lt"/>
                        <a:ea typeface="+mn-ea"/>
                        <a:cs typeface="+mn-cs"/>
                      </a:endParaRPr>
                    </a:p>
                  </a:txBody>
                  <a:tcPr marL="9525" marR="9525" marT="9525" marB="0"/>
                </a:tc>
                <a:tc>
                  <a:txBody>
                    <a:bodyPr/>
                    <a:lstStyle/>
                    <a:p>
                      <a:pPr algn="ctr"/>
                      <a:endParaRPr lang="en-GB" sz="90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mn-lt"/>
                        <a:ea typeface="+mn-ea"/>
                        <a:cs typeface="+mn-cs"/>
                      </a:endParaRPr>
                    </a:p>
                  </a:txBody>
                  <a:tcPr marL="9525" marR="9525" marT="9525" marB="0"/>
                </a:tc>
                <a:tc>
                  <a:txBody>
                    <a:bodyPr/>
                    <a:lstStyle/>
                    <a:p>
                      <a:pPr algn="ctr"/>
                      <a:endParaRPr lang="en-GB" sz="900" dirty="0"/>
                    </a:p>
                  </a:txBody>
                  <a:tcPr anchor="ctr"/>
                </a:tc>
                <a:tc>
                  <a:txBody>
                    <a:bodyPr/>
                    <a:lstStyle/>
                    <a:p>
                      <a:pPr algn="ctr"/>
                      <a:endParaRPr lang="en-GB" sz="900" dirty="0"/>
                    </a:p>
                  </a:txBody>
                  <a:tcPr anchor="ctr"/>
                </a:tc>
                <a:extLst>
                  <a:ext uri="{0D108BD9-81ED-4DB2-BD59-A6C34878D82A}">
                    <a16:rowId xmlns:a16="http://schemas.microsoft.com/office/drawing/2014/main" val="3804018134"/>
                  </a:ext>
                </a:extLst>
              </a:tr>
            </a:tbl>
          </a:graphicData>
        </a:graphic>
      </p:graphicFrame>
      <p:graphicFrame>
        <p:nvGraphicFramePr>
          <p:cNvPr id="2" name="Chart 1">
            <a:extLst>
              <a:ext uri="{FF2B5EF4-FFF2-40B4-BE49-F238E27FC236}">
                <a16:creationId xmlns:a16="http://schemas.microsoft.com/office/drawing/2014/main" id="{2C1231A1-FDA3-49E3-B1EC-A4814B5A8152}"/>
              </a:ext>
            </a:extLst>
          </p:cNvPr>
          <p:cNvGraphicFramePr>
            <a:graphicFrameLocks/>
          </p:cNvGraphicFramePr>
          <p:nvPr>
            <p:extLst>
              <p:ext uri="{D42A27DB-BD31-4B8C-83A1-F6EECF244321}">
                <p14:modId xmlns:p14="http://schemas.microsoft.com/office/powerpoint/2010/main" val="3177990658"/>
              </p:ext>
            </p:extLst>
          </p:nvPr>
        </p:nvGraphicFramePr>
        <p:xfrm>
          <a:off x="126444" y="514021"/>
          <a:ext cx="4543425"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96DC79FE-2922-4C00-9055-BCA7D1FF7AA1}"/>
              </a:ext>
            </a:extLst>
          </p:cNvPr>
          <p:cNvGraphicFramePr>
            <a:graphicFrameLocks/>
          </p:cNvGraphicFramePr>
          <p:nvPr>
            <p:extLst>
              <p:ext uri="{D42A27DB-BD31-4B8C-83A1-F6EECF244321}">
                <p14:modId xmlns:p14="http://schemas.microsoft.com/office/powerpoint/2010/main" val="3369531414"/>
              </p:ext>
            </p:extLst>
          </p:nvPr>
        </p:nvGraphicFramePr>
        <p:xfrm>
          <a:off x="4568379" y="666750"/>
          <a:ext cx="4581525" cy="27622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F4544D65-0CF5-447A-8D84-4AAFBFEF2C17}"/>
              </a:ext>
            </a:extLst>
          </p:cNvPr>
          <p:cNvGraphicFramePr>
            <a:graphicFrameLocks/>
          </p:cNvGraphicFramePr>
          <p:nvPr>
            <p:extLst>
              <p:ext uri="{D42A27DB-BD31-4B8C-83A1-F6EECF244321}">
                <p14:modId xmlns:p14="http://schemas.microsoft.com/office/powerpoint/2010/main" val="3598936285"/>
              </p:ext>
            </p:extLst>
          </p:nvPr>
        </p:nvGraphicFramePr>
        <p:xfrm>
          <a:off x="194918" y="4033888"/>
          <a:ext cx="4299786" cy="277177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85840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A0835-97C0-6161-BCBD-F6B39B07ED1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20B2E79-5C5F-2C3E-134B-3DF8659C6651}"/>
              </a:ext>
            </a:extLst>
          </p:cNvPr>
          <p:cNvSpPr>
            <a:spLocks noGrp="1"/>
          </p:cNvSpPr>
          <p:nvPr>
            <p:ph type="body" idx="1"/>
          </p:nvPr>
        </p:nvSpPr>
        <p:spPr>
          <a:xfrm>
            <a:off x="626364" y="348337"/>
            <a:ext cx="3868340" cy="338818"/>
          </a:xfrm>
        </p:spPr>
        <p:txBody>
          <a:bodyPr>
            <a:normAutofit/>
          </a:bodyPr>
          <a:lstStyle/>
          <a:p>
            <a:r>
              <a:rPr lang="en-GB" b="0"/>
              <a:t>KPI – Warranty Returns</a:t>
            </a:r>
          </a:p>
        </p:txBody>
      </p:sp>
      <p:sp>
        <p:nvSpPr>
          <p:cNvPr id="5" name="Text Placeholder 4">
            <a:extLst>
              <a:ext uri="{FF2B5EF4-FFF2-40B4-BE49-F238E27FC236}">
                <a16:creationId xmlns:a16="http://schemas.microsoft.com/office/drawing/2014/main" id="{23B722DF-947C-6929-7BF2-230623C53ADB}"/>
              </a:ext>
            </a:extLst>
          </p:cNvPr>
          <p:cNvSpPr>
            <a:spLocks noGrp="1"/>
          </p:cNvSpPr>
          <p:nvPr>
            <p:ph type="body" sz="quarter" idx="3"/>
          </p:nvPr>
        </p:nvSpPr>
        <p:spPr>
          <a:xfrm>
            <a:off x="4846436" y="348337"/>
            <a:ext cx="3887391" cy="338818"/>
          </a:xfrm>
        </p:spPr>
        <p:txBody>
          <a:bodyPr>
            <a:normAutofit/>
          </a:bodyPr>
          <a:lstStyle/>
          <a:p>
            <a:r>
              <a:rPr lang="en-GB" b="0" dirty="0"/>
              <a:t>KPI – Analysis by Customer</a:t>
            </a:r>
          </a:p>
        </p:txBody>
      </p:sp>
      <p:sp>
        <p:nvSpPr>
          <p:cNvPr id="7" name="Slide Number Placeholder 6">
            <a:extLst>
              <a:ext uri="{FF2B5EF4-FFF2-40B4-BE49-F238E27FC236}">
                <a16:creationId xmlns:a16="http://schemas.microsoft.com/office/drawing/2014/main" id="{A22B4C07-139F-2B89-FCF6-3BA765A0123C}"/>
              </a:ext>
            </a:extLst>
          </p:cNvPr>
          <p:cNvSpPr>
            <a:spLocks noGrp="1"/>
          </p:cNvSpPr>
          <p:nvPr>
            <p:ph type="sldNum" sz="quarter" idx="12"/>
          </p:nvPr>
        </p:nvSpPr>
        <p:spPr/>
        <p:txBody>
          <a:bodyPr/>
          <a:lstStyle/>
          <a:p>
            <a:fld id="{5DB319D9-D2FD-284E-84AD-40610CA482F1}" type="slidenum">
              <a:rPr lang="en-US" smtClean="0"/>
              <a:t>6</a:t>
            </a:fld>
            <a:endParaRPr lang="en-US" dirty="0"/>
          </a:p>
        </p:txBody>
      </p:sp>
      <p:sp>
        <p:nvSpPr>
          <p:cNvPr id="8" name="Title 3">
            <a:extLst>
              <a:ext uri="{FF2B5EF4-FFF2-40B4-BE49-F238E27FC236}">
                <a16:creationId xmlns:a16="http://schemas.microsoft.com/office/drawing/2014/main" id="{0190AECA-9140-0404-F9A2-2C9EC40EF11F}"/>
              </a:ext>
            </a:extLst>
          </p:cNvPr>
          <p:cNvSpPr>
            <a:spLocks noGrp="1"/>
          </p:cNvSpPr>
          <p:nvPr>
            <p:ph type="title"/>
          </p:nvPr>
        </p:nvSpPr>
        <p:spPr>
          <a:xfrm>
            <a:off x="185170" y="825"/>
            <a:ext cx="8548657" cy="359114"/>
          </a:xfrm>
        </p:spPr>
        <p:txBody>
          <a:bodyPr>
            <a:normAutofit/>
          </a:bodyPr>
          <a:lstStyle/>
          <a:p>
            <a:r>
              <a:rPr lang="en-US" sz="1800" dirty="0">
                <a:latin typeface="Corbel"/>
              </a:rPr>
              <a:t>NA: Wk.{{WK_NUM}} Warranty Returns Performance Update</a:t>
            </a:r>
            <a:endParaRPr lang="en-GB" sz="1800" dirty="0">
              <a:highlight>
                <a:srgbClr val="FFFF00"/>
              </a:highlight>
              <a:latin typeface="Corbel"/>
            </a:endParaRPr>
          </a:p>
        </p:txBody>
      </p:sp>
      <p:sp>
        <p:nvSpPr>
          <p:cNvPr id="9" name="Text Placeholder 2">
            <a:extLst>
              <a:ext uri="{FF2B5EF4-FFF2-40B4-BE49-F238E27FC236}">
                <a16:creationId xmlns:a16="http://schemas.microsoft.com/office/drawing/2014/main" id="{B552E602-75F2-2356-27ED-1044A1E6173D}"/>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2D9AF7D8-6117-1E29-46AA-68CAAB74B19B}"/>
              </a:ext>
            </a:extLst>
          </p:cNvPr>
          <p:cNvSpPr txBox="1">
            <a:spLocks/>
          </p:cNvSpPr>
          <p:nvPr/>
        </p:nvSpPr>
        <p:spPr>
          <a:xfrm>
            <a:off x="614286"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Analysis of theme / fault code</a:t>
            </a:r>
          </a:p>
        </p:txBody>
      </p:sp>
      <p:sp>
        <p:nvSpPr>
          <p:cNvPr id="22" name="Content Placeholder 5">
            <a:extLst>
              <a:ext uri="{FF2B5EF4-FFF2-40B4-BE49-F238E27FC236}">
                <a16:creationId xmlns:a16="http://schemas.microsoft.com/office/drawing/2014/main" id="{9AA13386-9026-C90A-E338-0F0B30F52A33}"/>
              </a:ext>
            </a:extLst>
          </p:cNvPr>
          <p:cNvSpPr txBox="1">
            <a:spLocks/>
          </p:cNvSpPr>
          <p:nvPr/>
        </p:nvSpPr>
        <p:spPr>
          <a:xfrm>
            <a:off x="4846437" y="3800476"/>
            <a:ext cx="3887391" cy="2529786"/>
          </a:xfrm>
          <a:prstGeom prst="rect">
            <a:avLst/>
          </a:prstGeom>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endParaRPr lang="en-GB"/>
          </a:p>
        </p:txBody>
      </p:sp>
      <p:sp>
        <p:nvSpPr>
          <p:cNvPr id="23" name="Text Placeholder 4">
            <a:extLst>
              <a:ext uri="{FF2B5EF4-FFF2-40B4-BE49-F238E27FC236}">
                <a16:creationId xmlns:a16="http://schemas.microsoft.com/office/drawing/2014/main" id="{527A9E83-61B4-6D08-0753-3947E86FC090}"/>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a:t>Summary of Actions to improve</a:t>
            </a:r>
          </a:p>
        </p:txBody>
      </p:sp>
      <p:graphicFrame>
        <p:nvGraphicFramePr>
          <p:cNvPr id="12" name="Content Placeholder 1">
            <a:extLst>
              <a:ext uri="{FF2B5EF4-FFF2-40B4-BE49-F238E27FC236}">
                <a16:creationId xmlns:a16="http://schemas.microsoft.com/office/drawing/2014/main" id="{80A4FEAC-F29A-D503-9584-D19DE8A43AA8}"/>
              </a:ext>
            </a:extLst>
          </p:cNvPr>
          <p:cNvGraphicFramePr>
            <a:graphicFrameLocks/>
          </p:cNvGraphicFramePr>
          <p:nvPr>
            <p:extLst>
              <p:ext uri="{D42A27DB-BD31-4B8C-83A1-F6EECF244321}">
                <p14:modId xmlns:p14="http://schemas.microsoft.com/office/powerpoint/2010/main" val="530993481"/>
              </p:ext>
            </p:extLst>
          </p:nvPr>
        </p:nvGraphicFramePr>
        <p:xfrm>
          <a:off x="4649299" y="3849250"/>
          <a:ext cx="4407616" cy="1884680"/>
        </p:xfrm>
        <a:graphic>
          <a:graphicData uri="http://schemas.openxmlformats.org/drawingml/2006/table">
            <a:tbl>
              <a:tblPr firstRow="1" bandRow="1">
                <a:tableStyleId>{00A15C55-8517-42AA-B614-E9B94910E393}</a:tableStyleId>
              </a:tblPr>
              <a:tblGrid>
                <a:gridCol w="473207">
                  <a:extLst>
                    <a:ext uri="{9D8B030D-6E8A-4147-A177-3AD203B41FA5}">
                      <a16:colId xmlns:a16="http://schemas.microsoft.com/office/drawing/2014/main" val="50396658"/>
                    </a:ext>
                  </a:extLst>
                </a:gridCol>
                <a:gridCol w="769847">
                  <a:extLst>
                    <a:ext uri="{9D8B030D-6E8A-4147-A177-3AD203B41FA5}">
                      <a16:colId xmlns:a16="http://schemas.microsoft.com/office/drawing/2014/main" val="2202721098"/>
                    </a:ext>
                  </a:extLst>
                </a:gridCol>
                <a:gridCol w="816357">
                  <a:extLst>
                    <a:ext uri="{9D8B030D-6E8A-4147-A177-3AD203B41FA5}">
                      <a16:colId xmlns:a16="http://schemas.microsoft.com/office/drawing/2014/main" val="1421875135"/>
                    </a:ext>
                  </a:extLst>
                </a:gridCol>
                <a:gridCol w="1343608">
                  <a:extLst>
                    <a:ext uri="{9D8B030D-6E8A-4147-A177-3AD203B41FA5}">
                      <a16:colId xmlns:a16="http://schemas.microsoft.com/office/drawing/2014/main" val="317231456"/>
                    </a:ext>
                  </a:extLst>
                </a:gridCol>
                <a:gridCol w="587829">
                  <a:extLst>
                    <a:ext uri="{9D8B030D-6E8A-4147-A177-3AD203B41FA5}">
                      <a16:colId xmlns:a16="http://schemas.microsoft.com/office/drawing/2014/main" val="1994850646"/>
                    </a:ext>
                  </a:extLst>
                </a:gridCol>
                <a:gridCol w="416768">
                  <a:extLst>
                    <a:ext uri="{9D8B030D-6E8A-4147-A177-3AD203B41FA5}">
                      <a16:colId xmlns:a16="http://schemas.microsoft.com/office/drawing/2014/main" val="4081782946"/>
                    </a:ext>
                  </a:extLst>
                </a:gridCol>
              </a:tblGrid>
              <a:tr h="370840">
                <a:tc>
                  <a:txBody>
                    <a:bodyPr/>
                    <a:lstStyle/>
                    <a:p>
                      <a:pPr algn="ctr"/>
                      <a:r>
                        <a:rPr lang="en-GB" sz="900"/>
                        <a:t>Liability</a:t>
                      </a:r>
                    </a:p>
                    <a:p>
                      <a:pPr algn="ctr"/>
                      <a:r>
                        <a:rPr lang="en-GB" sz="900"/>
                        <a:t>Y / N</a:t>
                      </a:r>
                      <a:endParaRPr lang="en-GB" sz="900" dirty="0"/>
                    </a:p>
                  </a:txBody>
                  <a:tcPr anchor="ctr"/>
                </a:tc>
                <a:tc>
                  <a:txBody>
                    <a:bodyPr/>
                    <a:lstStyle/>
                    <a:p>
                      <a:pPr algn="ctr"/>
                      <a:r>
                        <a:rPr lang="en-GB" sz="900"/>
                        <a:t>IRP/NC #</a:t>
                      </a:r>
                      <a:endParaRPr lang="en-GB" sz="900" dirty="0"/>
                    </a:p>
                  </a:txBody>
                  <a:tcPr anchor="ctr"/>
                </a:tc>
                <a:tc>
                  <a:txBody>
                    <a:bodyPr/>
                    <a:lstStyle/>
                    <a:p>
                      <a:pPr algn="ctr"/>
                      <a:r>
                        <a:rPr lang="en-GB" sz="900" dirty="0"/>
                        <a:t>RC- Code</a:t>
                      </a:r>
                    </a:p>
                    <a:p>
                      <a:pPr algn="ctr"/>
                      <a:r>
                        <a:rPr lang="en-GB" sz="900" dirty="0"/>
                        <a:t>Or Concern</a:t>
                      </a:r>
                    </a:p>
                  </a:txBody>
                  <a:tcPr anchor="ctr"/>
                </a:tc>
                <a:tc>
                  <a:txBody>
                    <a:bodyPr/>
                    <a:lstStyle/>
                    <a:p>
                      <a:pPr algn="ctr"/>
                      <a:r>
                        <a:rPr lang="en-GB" sz="900"/>
                        <a:t>Action</a:t>
                      </a:r>
                      <a:endParaRPr lang="en-GB" sz="900" dirty="0"/>
                    </a:p>
                  </a:txBody>
                  <a:tcPr anchor="ctr"/>
                </a:tc>
                <a:tc>
                  <a:txBody>
                    <a:bodyPr/>
                    <a:lstStyle/>
                    <a:p>
                      <a:pPr algn="ctr"/>
                      <a:r>
                        <a:rPr lang="en-GB" sz="900"/>
                        <a:t>Owner</a:t>
                      </a:r>
                      <a:endParaRPr lang="en-GB" sz="900" dirty="0"/>
                    </a:p>
                  </a:txBody>
                  <a:tcPr anchor="ctr"/>
                </a:tc>
                <a:tc>
                  <a:txBody>
                    <a:bodyPr/>
                    <a:lstStyle/>
                    <a:p>
                      <a:pPr algn="ctr"/>
                      <a:r>
                        <a:rPr lang="en-GB" sz="900"/>
                        <a:t>Comp. Date</a:t>
                      </a:r>
                      <a:endParaRPr lang="en-GB" sz="900" dirty="0"/>
                    </a:p>
                  </a:txBody>
                  <a:tcPr anchor="ctr"/>
                </a:tc>
                <a:extLst>
                  <a:ext uri="{0D108BD9-81ED-4DB2-BD59-A6C34878D82A}">
                    <a16:rowId xmlns:a16="http://schemas.microsoft.com/office/drawing/2014/main" val="791109035"/>
                  </a:ext>
                </a:extLst>
              </a:tr>
              <a:tr h="370840">
                <a:tc>
                  <a:txBody>
                    <a:bodyPr/>
                    <a:lstStyle/>
                    <a:p>
                      <a:pPr algn="ctr"/>
                      <a:r>
                        <a:rPr lang="en-GB" sz="900" dirty="0"/>
                        <a:t>Y</a:t>
                      </a:r>
                    </a:p>
                  </a:txBody>
                  <a:tcPr anchor="ctr"/>
                </a:tc>
                <a:tc>
                  <a:txBody>
                    <a:bodyPr/>
                    <a:lstStyle/>
                    <a:p>
                      <a:pPr algn="ctr"/>
                      <a:r>
                        <a:rPr lang="en-GB" sz="900" dirty="0"/>
                        <a:t>{{S6R1_TKT}}</a:t>
                      </a:r>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GB" sz="900" dirty="0"/>
                        <a:t>{{S6R1_RC}}</a:t>
                      </a:r>
                    </a:p>
                    <a:p>
                      <a:pPr marL="0" marR="0" lvl="0" indent="0" algn="ctr" defTabSz="685766" rtl="0" eaLnBrk="1" fontAlgn="auto" latinLnBrk="0" hangingPunct="1">
                        <a:lnSpc>
                          <a:spcPct val="100000"/>
                        </a:lnSpc>
                        <a:spcBef>
                          <a:spcPts val="0"/>
                        </a:spcBef>
                        <a:spcAft>
                          <a:spcPts val="0"/>
                        </a:spcAft>
                        <a:buClrTx/>
                        <a:buSzTx/>
                        <a:buFontTx/>
                        <a:buNone/>
                        <a:tabLst/>
                        <a:defRPr/>
                      </a:pPr>
                      <a:endParaRPr lang="en-GB" sz="900" dirty="0"/>
                    </a:p>
                  </a:txBody>
                  <a:tcPr anchor="ctr"/>
                </a:tc>
                <a:tc>
                  <a:txBody>
                    <a:bodyPr/>
                    <a:lstStyle/>
                    <a:p>
                      <a:pPr marL="0" marR="0" lvl="0" indent="0" algn="l" defTabSz="685766" rtl="0" eaLnBrk="1" fontAlgn="auto" latinLnBrk="0" hangingPunct="1">
                        <a:lnSpc>
                          <a:spcPct val="100000"/>
                        </a:lnSpc>
                        <a:spcBef>
                          <a:spcPts val="0"/>
                        </a:spcBef>
                        <a:spcAft>
                          <a:spcPts val="0"/>
                        </a:spcAft>
                        <a:buClrTx/>
                        <a:buSzTx/>
                        <a:buFontTx/>
                        <a:buNone/>
                        <a:tabLst/>
                        <a:defRPr/>
                      </a:pPr>
                      <a:r>
                        <a:rPr lang="en-US" sz="900" dirty="0"/>
                        <a:t>{{S6R1_ACTION}}</a:t>
                      </a:r>
                    </a:p>
                  </a:txBody>
                  <a:tcPr anchor="ctr"/>
                </a:tc>
                <a:tc>
                  <a:txBody>
                    <a:bodyPr/>
                    <a:lstStyle/>
                    <a:p>
                      <a:pPr algn="ctr"/>
                      <a:r>
                        <a:rPr lang="en-GB" sz="900" dirty="0"/>
                        <a:t>JS</a:t>
                      </a:r>
                    </a:p>
                  </a:txBody>
                  <a:tcPr anchor="ctr"/>
                </a:tc>
                <a:tc>
                  <a:txBody>
                    <a:bodyPr/>
                    <a:lstStyle/>
                    <a:p>
                      <a:endParaRPr lang="en-GB" sz="900" dirty="0"/>
                    </a:p>
                  </a:txBody>
                  <a:tcPr anchor="ctr"/>
                </a:tc>
                <a:extLst>
                  <a:ext uri="{0D108BD9-81ED-4DB2-BD59-A6C34878D82A}">
                    <a16:rowId xmlns:a16="http://schemas.microsoft.com/office/drawing/2014/main" val="1000451920"/>
                  </a:ext>
                </a:extLst>
              </a:tr>
              <a:tr h="370840">
                <a:tc>
                  <a:txBody>
                    <a:bodyPr/>
                    <a:lstStyle/>
                    <a:p>
                      <a:pPr algn="ctr"/>
                      <a:endParaRPr lang="en-GB" sz="900" dirty="0"/>
                    </a:p>
                  </a:txBody>
                  <a:tcPr anchor="ctr"/>
                </a:tc>
                <a:tc>
                  <a:txBody>
                    <a:bodyPr/>
                    <a:lstStyle/>
                    <a:p>
                      <a:pPr algn="ctr"/>
                      <a:endParaRPr lang="en-GB" sz="90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endParaRPr lang="en-GB" sz="900" dirty="0"/>
                    </a:p>
                  </a:txBody>
                  <a:tcPr anchor="ctr"/>
                </a:tc>
                <a:tc>
                  <a:txBody>
                    <a:bodyPr/>
                    <a:lstStyle/>
                    <a:p>
                      <a:endParaRPr lang="en-GB" sz="900" dirty="0"/>
                    </a:p>
                  </a:txBody>
                  <a:tcPr anchor="ctr"/>
                </a:tc>
                <a:tc>
                  <a:txBody>
                    <a:bodyPr/>
                    <a:lstStyle/>
                    <a:p>
                      <a:pPr algn="ctr"/>
                      <a:endParaRPr lang="en-GB" sz="900" dirty="0"/>
                    </a:p>
                  </a:txBody>
                  <a:tcPr anchor="ctr"/>
                </a:tc>
                <a:tc>
                  <a:txBody>
                    <a:bodyPr/>
                    <a:lstStyle/>
                    <a:p>
                      <a:endParaRPr lang="en-GB" sz="900" dirty="0"/>
                    </a:p>
                  </a:txBody>
                  <a:tcPr anchor="ctr"/>
                </a:tc>
                <a:extLst>
                  <a:ext uri="{0D108BD9-81ED-4DB2-BD59-A6C34878D82A}">
                    <a16:rowId xmlns:a16="http://schemas.microsoft.com/office/drawing/2014/main" val="1048683031"/>
                  </a:ext>
                </a:extLst>
              </a:tr>
              <a:tr h="370840">
                <a:tc>
                  <a:txBody>
                    <a:bodyPr/>
                    <a:lstStyle/>
                    <a:p>
                      <a:pPr algn="ctr"/>
                      <a:endParaRPr lang="en-GB" sz="900" dirty="0"/>
                    </a:p>
                  </a:txBody>
                  <a:tcPr anchor="ctr"/>
                </a:tc>
                <a:tc>
                  <a:txBody>
                    <a:bodyPr/>
                    <a:lstStyle/>
                    <a:p>
                      <a:pPr algn="ctr"/>
                      <a:endParaRPr lang="en-GB" sz="90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endParaRPr lang="en-GB" sz="900" dirty="0"/>
                    </a:p>
                  </a:txBody>
                  <a:tcPr anchor="ctr"/>
                </a:tc>
                <a:tc>
                  <a:txBody>
                    <a:bodyPr/>
                    <a:lstStyle/>
                    <a:p>
                      <a:pPr marL="0" marR="0" lvl="0" indent="0" algn="l" defTabSz="685766" rtl="0" eaLnBrk="1" fontAlgn="auto" latinLnBrk="0" hangingPunct="1">
                        <a:lnSpc>
                          <a:spcPct val="100000"/>
                        </a:lnSpc>
                        <a:spcBef>
                          <a:spcPts val="0"/>
                        </a:spcBef>
                        <a:spcAft>
                          <a:spcPts val="0"/>
                        </a:spcAft>
                        <a:buClrTx/>
                        <a:buSzTx/>
                        <a:buFontTx/>
                        <a:buNone/>
                        <a:tabLst/>
                        <a:defRPr/>
                      </a:pPr>
                      <a:endParaRPr lang="en-GB" sz="900" dirty="0"/>
                    </a:p>
                  </a:txBody>
                  <a:tcPr anchor="ctr"/>
                </a:tc>
                <a:tc>
                  <a:txBody>
                    <a:bodyPr/>
                    <a:lstStyle/>
                    <a:p>
                      <a:pPr algn="ctr"/>
                      <a:endParaRPr lang="en-GB" sz="900" dirty="0"/>
                    </a:p>
                  </a:txBody>
                  <a:tcPr anchor="ctr"/>
                </a:tc>
                <a:tc>
                  <a:txBody>
                    <a:bodyPr/>
                    <a:lstStyle/>
                    <a:p>
                      <a:endParaRPr lang="en-GB" sz="900" dirty="0"/>
                    </a:p>
                  </a:txBody>
                  <a:tcPr anchor="ctr"/>
                </a:tc>
                <a:extLst>
                  <a:ext uri="{0D108BD9-81ED-4DB2-BD59-A6C34878D82A}">
                    <a16:rowId xmlns:a16="http://schemas.microsoft.com/office/drawing/2014/main" val="1210754627"/>
                  </a:ext>
                </a:extLst>
              </a:tr>
            </a:tbl>
          </a:graphicData>
        </a:graphic>
      </p:graphicFrame>
      <p:graphicFrame>
        <p:nvGraphicFramePr>
          <p:cNvPr id="2" name="Chart 1">
            <a:extLst>
              <a:ext uri="{FF2B5EF4-FFF2-40B4-BE49-F238E27FC236}">
                <a16:creationId xmlns:a16="http://schemas.microsoft.com/office/drawing/2014/main" id="{8EB69F2F-08C6-4C1B-9033-0B4BB56C4FB2}"/>
              </a:ext>
            </a:extLst>
          </p:cNvPr>
          <p:cNvGraphicFramePr>
            <a:graphicFrameLocks/>
          </p:cNvGraphicFramePr>
          <p:nvPr>
            <p:extLst>
              <p:ext uri="{D42A27DB-BD31-4B8C-83A1-F6EECF244321}">
                <p14:modId xmlns:p14="http://schemas.microsoft.com/office/powerpoint/2010/main" val="1713825498"/>
              </p:ext>
            </p:extLst>
          </p:nvPr>
        </p:nvGraphicFramePr>
        <p:xfrm>
          <a:off x="197140" y="539198"/>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612E3E12-6C3D-487F-9D05-EE8424CD8752}"/>
              </a:ext>
            </a:extLst>
          </p:cNvPr>
          <p:cNvGraphicFramePr>
            <a:graphicFrameLocks/>
          </p:cNvGraphicFramePr>
          <p:nvPr>
            <p:extLst>
              <p:ext uri="{D42A27DB-BD31-4B8C-83A1-F6EECF244321}">
                <p14:modId xmlns:p14="http://schemas.microsoft.com/office/powerpoint/2010/main" val="4232398897"/>
              </p:ext>
            </p:extLst>
          </p:nvPr>
        </p:nvGraphicFramePr>
        <p:xfrm>
          <a:off x="4538944" y="720535"/>
          <a:ext cx="4605056" cy="27527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C2DD06C1-0AF7-408F-BA70-D5B8BB6CA817}"/>
              </a:ext>
            </a:extLst>
          </p:cNvPr>
          <p:cNvGraphicFramePr>
            <a:graphicFrameLocks/>
          </p:cNvGraphicFramePr>
          <p:nvPr>
            <p:extLst>
              <p:ext uri="{D42A27DB-BD31-4B8C-83A1-F6EECF244321}">
                <p14:modId xmlns:p14="http://schemas.microsoft.com/office/powerpoint/2010/main" val="2310881450"/>
              </p:ext>
            </p:extLst>
          </p:nvPr>
        </p:nvGraphicFramePr>
        <p:xfrm>
          <a:off x="185170" y="3747413"/>
          <a:ext cx="4464128" cy="276225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88347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15529-CE84-8BE2-307D-0CB2C31D061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DCD7401-1AC3-5C1F-9BF8-B6D551449D84}"/>
              </a:ext>
            </a:extLst>
          </p:cNvPr>
          <p:cNvSpPr>
            <a:spLocks noGrp="1"/>
          </p:cNvSpPr>
          <p:nvPr>
            <p:ph type="body" idx="1"/>
          </p:nvPr>
        </p:nvSpPr>
        <p:spPr>
          <a:xfrm>
            <a:off x="626364" y="348337"/>
            <a:ext cx="3868340" cy="338818"/>
          </a:xfrm>
        </p:spPr>
        <p:txBody>
          <a:bodyPr/>
          <a:lstStyle/>
          <a:p>
            <a:r>
              <a:rPr lang="en-GB" b="0" dirty="0"/>
              <a:t>KPI – Internal errors by month</a:t>
            </a:r>
          </a:p>
        </p:txBody>
      </p:sp>
      <p:sp>
        <p:nvSpPr>
          <p:cNvPr id="5" name="Text Placeholder 4">
            <a:extLst>
              <a:ext uri="{FF2B5EF4-FFF2-40B4-BE49-F238E27FC236}">
                <a16:creationId xmlns:a16="http://schemas.microsoft.com/office/drawing/2014/main" id="{5D2F3B2C-259F-C3B8-4B35-A2AB8E2C0FE0}"/>
              </a:ext>
            </a:extLst>
          </p:cNvPr>
          <p:cNvSpPr>
            <a:spLocks noGrp="1"/>
          </p:cNvSpPr>
          <p:nvPr>
            <p:ph type="body" sz="quarter" idx="3"/>
          </p:nvPr>
        </p:nvSpPr>
        <p:spPr>
          <a:xfrm>
            <a:off x="4846438" y="348337"/>
            <a:ext cx="3887391" cy="338818"/>
          </a:xfrm>
        </p:spPr>
        <p:txBody>
          <a:bodyPr/>
          <a:lstStyle/>
          <a:p>
            <a:r>
              <a:rPr lang="en-GB" b="0" dirty="0"/>
              <a:t>KPI – Analysis by Part Number</a:t>
            </a:r>
          </a:p>
        </p:txBody>
      </p:sp>
      <p:sp>
        <p:nvSpPr>
          <p:cNvPr id="7" name="Slide Number Placeholder 6">
            <a:extLst>
              <a:ext uri="{FF2B5EF4-FFF2-40B4-BE49-F238E27FC236}">
                <a16:creationId xmlns:a16="http://schemas.microsoft.com/office/drawing/2014/main" id="{5EC116C0-C71A-8421-7358-04F28759CC9E}"/>
              </a:ext>
            </a:extLst>
          </p:cNvPr>
          <p:cNvSpPr>
            <a:spLocks noGrp="1"/>
          </p:cNvSpPr>
          <p:nvPr>
            <p:ph type="sldNum" sz="quarter" idx="12"/>
          </p:nvPr>
        </p:nvSpPr>
        <p:spPr/>
        <p:txBody>
          <a:bodyPr/>
          <a:lstStyle/>
          <a:p>
            <a:fld id="{5DB319D9-D2FD-284E-84AD-40610CA482F1}" type="slidenum">
              <a:rPr lang="en-US" smtClean="0"/>
              <a:t>7</a:t>
            </a:fld>
            <a:endParaRPr lang="en-US"/>
          </a:p>
        </p:txBody>
      </p:sp>
      <p:sp>
        <p:nvSpPr>
          <p:cNvPr id="8" name="Title 3">
            <a:extLst>
              <a:ext uri="{FF2B5EF4-FFF2-40B4-BE49-F238E27FC236}">
                <a16:creationId xmlns:a16="http://schemas.microsoft.com/office/drawing/2014/main" id="{B16BD3D5-A681-182B-B728-5129613676F1}"/>
              </a:ext>
            </a:extLst>
          </p:cNvPr>
          <p:cNvSpPr>
            <a:spLocks noGrp="1"/>
          </p:cNvSpPr>
          <p:nvPr>
            <p:ph type="title"/>
          </p:nvPr>
        </p:nvSpPr>
        <p:spPr>
          <a:xfrm>
            <a:off x="185171" y="825"/>
            <a:ext cx="8681945" cy="359114"/>
          </a:xfrm>
        </p:spPr>
        <p:txBody>
          <a:bodyPr>
            <a:normAutofit/>
          </a:bodyPr>
          <a:lstStyle/>
          <a:p>
            <a:r>
              <a:rPr lang="en-US" sz="1800" dirty="0">
                <a:latin typeface="Corbel"/>
              </a:rPr>
              <a:t>NA: Wk.{{WK_NUM}} Internal Performance Update</a:t>
            </a:r>
            <a:endParaRPr lang="en-GB" sz="1800" dirty="0">
              <a:highlight>
                <a:srgbClr val="FFFF00"/>
              </a:highlight>
              <a:latin typeface="Corbel"/>
            </a:endParaRPr>
          </a:p>
        </p:txBody>
      </p:sp>
      <p:sp>
        <p:nvSpPr>
          <p:cNvPr id="9" name="Text Placeholder 2">
            <a:extLst>
              <a:ext uri="{FF2B5EF4-FFF2-40B4-BE49-F238E27FC236}">
                <a16:creationId xmlns:a16="http://schemas.microsoft.com/office/drawing/2014/main" id="{FE61E3E1-735D-77B5-DFEC-BDFB274C279F}"/>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B2AF051D-AD28-B8FF-966B-E553C32154BC}"/>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3BD16D60-7A6B-36F9-1ACD-8DCB0EDF8600}"/>
              </a:ext>
            </a:extLst>
          </p:cNvPr>
          <p:cNvSpPr txBox="1">
            <a:spLocks/>
          </p:cNvSpPr>
          <p:nvPr/>
        </p:nvSpPr>
        <p:spPr>
          <a:xfrm>
            <a:off x="614286"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Analysis of theme / fault code</a:t>
            </a:r>
          </a:p>
        </p:txBody>
      </p:sp>
      <p:sp>
        <p:nvSpPr>
          <p:cNvPr id="22" name="Content Placeholder 5">
            <a:extLst>
              <a:ext uri="{FF2B5EF4-FFF2-40B4-BE49-F238E27FC236}">
                <a16:creationId xmlns:a16="http://schemas.microsoft.com/office/drawing/2014/main" id="{C8D91197-8F48-A5FC-0E2F-B9A9BFDE89BC}"/>
              </a:ext>
            </a:extLst>
          </p:cNvPr>
          <p:cNvSpPr txBox="1">
            <a:spLocks/>
          </p:cNvSpPr>
          <p:nvPr/>
        </p:nvSpPr>
        <p:spPr>
          <a:xfrm>
            <a:off x="4846437" y="3800476"/>
            <a:ext cx="3887391" cy="2529786"/>
          </a:xfrm>
          <a:prstGeom prst="rect">
            <a:avLst/>
          </a:prstGeom>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endParaRPr lang="en-GB"/>
          </a:p>
        </p:txBody>
      </p:sp>
      <p:sp>
        <p:nvSpPr>
          <p:cNvPr id="23" name="Text Placeholder 4">
            <a:extLst>
              <a:ext uri="{FF2B5EF4-FFF2-40B4-BE49-F238E27FC236}">
                <a16:creationId xmlns:a16="http://schemas.microsoft.com/office/drawing/2014/main" id="{1869C394-C33F-AEF9-EF3A-A2604FB20745}"/>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Summary of Actions to improve</a:t>
            </a:r>
          </a:p>
        </p:txBody>
      </p:sp>
      <p:graphicFrame>
        <p:nvGraphicFramePr>
          <p:cNvPr id="15" name="Content Placeholder 1">
            <a:extLst>
              <a:ext uri="{FF2B5EF4-FFF2-40B4-BE49-F238E27FC236}">
                <a16:creationId xmlns:a16="http://schemas.microsoft.com/office/drawing/2014/main" id="{63FD25E7-4D58-7A48-19F8-3D73E81D56A3}"/>
              </a:ext>
            </a:extLst>
          </p:cNvPr>
          <p:cNvGraphicFramePr>
            <a:graphicFrameLocks/>
          </p:cNvGraphicFramePr>
          <p:nvPr>
            <p:extLst>
              <p:ext uri="{D42A27DB-BD31-4B8C-83A1-F6EECF244321}">
                <p14:modId xmlns:p14="http://schemas.microsoft.com/office/powerpoint/2010/main" val="157217736"/>
              </p:ext>
            </p:extLst>
          </p:nvPr>
        </p:nvGraphicFramePr>
        <p:xfrm>
          <a:off x="4649298" y="3849250"/>
          <a:ext cx="4407617" cy="1112520"/>
        </p:xfrm>
        <a:graphic>
          <a:graphicData uri="http://schemas.openxmlformats.org/drawingml/2006/table">
            <a:tbl>
              <a:tblPr firstRow="1" bandRow="1">
                <a:tableStyleId>{00A15C55-8517-42AA-B614-E9B94910E393}</a:tableStyleId>
              </a:tblPr>
              <a:tblGrid>
                <a:gridCol w="491004">
                  <a:extLst>
                    <a:ext uri="{9D8B030D-6E8A-4147-A177-3AD203B41FA5}">
                      <a16:colId xmlns:a16="http://schemas.microsoft.com/office/drawing/2014/main" val="2202721098"/>
                    </a:ext>
                  </a:extLst>
                </a:gridCol>
                <a:gridCol w="719724">
                  <a:extLst>
                    <a:ext uri="{9D8B030D-6E8A-4147-A177-3AD203B41FA5}">
                      <a16:colId xmlns:a16="http://schemas.microsoft.com/office/drawing/2014/main" val="1421875135"/>
                    </a:ext>
                  </a:extLst>
                </a:gridCol>
                <a:gridCol w="2010188">
                  <a:extLst>
                    <a:ext uri="{9D8B030D-6E8A-4147-A177-3AD203B41FA5}">
                      <a16:colId xmlns:a16="http://schemas.microsoft.com/office/drawing/2014/main" val="317231456"/>
                    </a:ext>
                  </a:extLst>
                </a:gridCol>
                <a:gridCol w="571327">
                  <a:extLst>
                    <a:ext uri="{9D8B030D-6E8A-4147-A177-3AD203B41FA5}">
                      <a16:colId xmlns:a16="http://schemas.microsoft.com/office/drawing/2014/main" val="1994850646"/>
                    </a:ext>
                  </a:extLst>
                </a:gridCol>
                <a:gridCol w="615374">
                  <a:extLst>
                    <a:ext uri="{9D8B030D-6E8A-4147-A177-3AD203B41FA5}">
                      <a16:colId xmlns:a16="http://schemas.microsoft.com/office/drawing/2014/main" val="4081782946"/>
                    </a:ext>
                  </a:extLst>
                </a:gridCol>
              </a:tblGrid>
              <a:tr h="370840">
                <a:tc>
                  <a:txBody>
                    <a:bodyPr/>
                    <a:lstStyle/>
                    <a:p>
                      <a:pPr algn="ctr"/>
                      <a:r>
                        <a:rPr lang="en-GB" sz="900" dirty="0"/>
                        <a:t>IRP /NC #</a:t>
                      </a:r>
                    </a:p>
                  </a:txBody>
                  <a:tcPr anchor="ctr"/>
                </a:tc>
                <a:tc>
                  <a:txBody>
                    <a:bodyPr/>
                    <a:lstStyle/>
                    <a:p>
                      <a:pPr algn="ctr"/>
                      <a:r>
                        <a:rPr lang="en-GB" sz="900" dirty="0"/>
                        <a:t>RC Code / concern</a:t>
                      </a:r>
                    </a:p>
                  </a:txBody>
                  <a:tcPr anchor="ctr"/>
                </a:tc>
                <a:tc>
                  <a:txBody>
                    <a:bodyPr/>
                    <a:lstStyle/>
                    <a:p>
                      <a:pPr algn="ctr"/>
                      <a:r>
                        <a:rPr lang="en-GB" sz="900" dirty="0"/>
                        <a:t>Action</a:t>
                      </a:r>
                    </a:p>
                  </a:txBody>
                  <a:tcPr anchor="ctr"/>
                </a:tc>
                <a:tc>
                  <a:txBody>
                    <a:bodyPr/>
                    <a:lstStyle/>
                    <a:p>
                      <a:pPr algn="ctr"/>
                      <a:r>
                        <a:rPr lang="en-GB" sz="900"/>
                        <a:t>Owner</a:t>
                      </a:r>
                    </a:p>
                  </a:txBody>
                  <a:tcPr anchor="ctr"/>
                </a:tc>
                <a:tc>
                  <a:txBody>
                    <a:bodyPr/>
                    <a:lstStyle/>
                    <a:p>
                      <a:pPr algn="ctr"/>
                      <a:r>
                        <a:rPr lang="en-GB" sz="900"/>
                        <a:t>Comp. Date</a:t>
                      </a:r>
                    </a:p>
                  </a:txBody>
                  <a:tcPr anchor="ctr"/>
                </a:tc>
                <a:extLst>
                  <a:ext uri="{0D108BD9-81ED-4DB2-BD59-A6C34878D82A}">
                    <a16:rowId xmlns:a16="http://schemas.microsoft.com/office/drawing/2014/main" val="791109035"/>
                  </a:ext>
                </a:extLst>
              </a:tr>
              <a:tr h="370840">
                <a:tc>
                  <a:txBody>
                    <a:bodyPr/>
                    <a:lstStyle/>
                    <a:p>
                      <a:pPr algn="ctr"/>
                      <a:r>
                        <a:rPr lang="en-GB" sz="900" dirty="0"/>
                        <a:t>{{S7R1_TKT}}</a:t>
                      </a:r>
                    </a:p>
                  </a:txBody>
                  <a:tcPr anchor="ctr"/>
                </a:tc>
                <a:tc>
                  <a:txBody>
                    <a:bodyPr/>
                    <a:lstStyle/>
                    <a:p>
                      <a:pPr algn="ctr"/>
                      <a:r>
                        <a:rPr lang="en-GB" sz="900" dirty="0"/>
                        <a:t>{{S7R1_RC}}</a:t>
                      </a:r>
                    </a:p>
                  </a:txBody>
                  <a:tcPr anchor="ctr"/>
                </a:tc>
                <a:tc>
                  <a:txBody>
                    <a:bodyPr/>
                    <a:lstStyle/>
                    <a:p>
                      <a:pPr marL="0" marR="0" lvl="0" indent="0" algn="l" defTabSz="685766" rtl="0" eaLnBrk="1" fontAlgn="auto" latinLnBrk="0" hangingPunct="1">
                        <a:lnSpc>
                          <a:spcPct val="100000"/>
                        </a:lnSpc>
                        <a:spcBef>
                          <a:spcPts val="0"/>
                        </a:spcBef>
                        <a:spcAft>
                          <a:spcPts val="0"/>
                        </a:spcAft>
                        <a:buClrTx/>
                        <a:buSzTx/>
                        <a:buFontTx/>
                        <a:buNone/>
                        <a:tabLst/>
                        <a:defRPr/>
                      </a:pPr>
                      <a:r>
                        <a:rPr lang="en-GB" sz="900" dirty="0"/>
                        <a:t>{{S7R1_ACTION}}</a:t>
                      </a:r>
                    </a:p>
                  </a:txBody>
                  <a:tcPr anchor="ctr"/>
                </a:tc>
                <a:tc>
                  <a:txBody>
                    <a:bodyPr/>
                    <a:lstStyle/>
                    <a:p>
                      <a:pPr algn="ctr"/>
                      <a:r>
                        <a:rPr lang="en-GB" sz="900" dirty="0"/>
                        <a:t>JS</a:t>
                      </a:r>
                    </a:p>
                  </a:txBody>
                  <a:tcPr anchor="ctr"/>
                </a:tc>
                <a:tc>
                  <a:txBody>
                    <a:bodyPr/>
                    <a:lstStyle/>
                    <a:p>
                      <a:endParaRPr lang="en-GB" sz="900" dirty="0"/>
                    </a:p>
                  </a:txBody>
                  <a:tcPr anchor="ctr"/>
                </a:tc>
                <a:extLst>
                  <a:ext uri="{0D108BD9-81ED-4DB2-BD59-A6C34878D82A}">
                    <a16:rowId xmlns:a16="http://schemas.microsoft.com/office/drawing/2014/main" val="1000451920"/>
                  </a:ext>
                </a:extLst>
              </a:tr>
              <a:tr h="370840">
                <a:tc>
                  <a:txBody>
                    <a:bodyPr/>
                    <a:lstStyle/>
                    <a:p>
                      <a:pPr algn="ctr"/>
                      <a:r>
                        <a:rPr lang="en-GB" sz="900" dirty="0"/>
                        <a:t>{{S7R2_TKT}}</a:t>
                      </a:r>
                    </a:p>
                  </a:txBody>
                  <a:tcPr anchor="ctr"/>
                </a:tc>
                <a:tc>
                  <a:txBody>
                    <a:bodyPr/>
                    <a:lstStyle/>
                    <a:p>
                      <a:pPr algn="ctr"/>
                      <a:r>
                        <a:rPr lang="en-GB" sz="900" dirty="0"/>
                        <a:t>{{S7R2_RC}}</a:t>
                      </a:r>
                    </a:p>
                  </a:txBody>
                  <a:tcPr anchor="ctr"/>
                </a:tc>
                <a:tc>
                  <a:txBody>
                    <a:bodyPr/>
                    <a:lstStyle/>
                    <a:p>
                      <a:r>
                        <a:rPr lang="en-GB" sz="900" dirty="0"/>
                        <a:t>{{S7R2_ACTION}}</a:t>
                      </a:r>
                    </a:p>
                  </a:txBody>
                  <a:tcPr anchor="ctr"/>
                </a:tc>
                <a:tc>
                  <a:txBody>
                    <a:bodyPr/>
                    <a:lstStyle/>
                    <a:p>
                      <a:pPr algn="ctr"/>
                      <a:r>
                        <a:rPr lang="en-GB" sz="900" dirty="0"/>
                        <a:t>JS</a:t>
                      </a:r>
                    </a:p>
                  </a:txBody>
                  <a:tcPr anchor="ctr"/>
                </a:tc>
                <a:tc>
                  <a:txBody>
                    <a:bodyPr/>
                    <a:lstStyle/>
                    <a:p>
                      <a:endParaRPr lang="en-GB" sz="900" dirty="0"/>
                    </a:p>
                  </a:txBody>
                  <a:tcPr anchor="ctr"/>
                </a:tc>
                <a:extLst>
                  <a:ext uri="{0D108BD9-81ED-4DB2-BD59-A6C34878D82A}">
                    <a16:rowId xmlns:a16="http://schemas.microsoft.com/office/drawing/2014/main" val="2840571425"/>
                  </a:ext>
                </a:extLst>
              </a:tr>
            </a:tbl>
          </a:graphicData>
        </a:graphic>
      </p:graphicFrame>
      <p:graphicFrame>
        <p:nvGraphicFramePr>
          <p:cNvPr id="11" name="Chart 10">
            <a:extLst>
              <a:ext uri="{FF2B5EF4-FFF2-40B4-BE49-F238E27FC236}">
                <a16:creationId xmlns:a16="http://schemas.microsoft.com/office/drawing/2014/main" id="{B53CBEA6-81E0-429E-9CE8-7E1BB8FB1A77}"/>
              </a:ext>
            </a:extLst>
          </p:cNvPr>
          <p:cNvGraphicFramePr>
            <a:graphicFrameLocks/>
          </p:cNvGraphicFramePr>
          <p:nvPr>
            <p:extLst>
              <p:ext uri="{D42A27DB-BD31-4B8C-83A1-F6EECF244321}">
                <p14:modId xmlns:p14="http://schemas.microsoft.com/office/powerpoint/2010/main" val="1805378477"/>
              </p:ext>
            </p:extLst>
          </p:nvPr>
        </p:nvGraphicFramePr>
        <p:xfrm>
          <a:off x="4591050" y="669684"/>
          <a:ext cx="45529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0B1018CF-7024-4E56-9C76-AB228341A9CF}"/>
              </a:ext>
            </a:extLst>
          </p:cNvPr>
          <p:cNvGraphicFramePr>
            <a:graphicFrameLocks/>
          </p:cNvGraphicFramePr>
          <p:nvPr>
            <p:extLst>
              <p:ext uri="{D42A27DB-BD31-4B8C-83A1-F6EECF244321}">
                <p14:modId xmlns:p14="http://schemas.microsoft.com/office/powerpoint/2010/main" val="3595903853"/>
              </p:ext>
            </p:extLst>
          </p:nvPr>
        </p:nvGraphicFramePr>
        <p:xfrm>
          <a:off x="185171" y="3800476"/>
          <a:ext cx="4464127"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A4B80DAF-298A-43C1-85AB-795E3817B10F}"/>
              </a:ext>
            </a:extLst>
          </p:cNvPr>
          <p:cNvGraphicFramePr>
            <a:graphicFrameLocks/>
          </p:cNvGraphicFramePr>
          <p:nvPr>
            <p:extLst>
              <p:ext uri="{D42A27DB-BD31-4B8C-83A1-F6EECF244321}">
                <p14:modId xmlns:p14="http://schemas.microsoft.com/office/powerpoint/2010/main" val="3102266107"/>
              </p:ext>
            </p:extLst>
          </p:nvPr>
        </p:nvGraphicFramePr>
        <p:xfrm>
          <a:off x="131234" y="553818"/>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24759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04DB0-EAB7-2834-EA42-60507397393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ABDD678-E9E0-84C0-8956-8861F427CD33}"/>
              </a:ext>
            </a:extLst>
          </p:cNvPr>
          <p:cNvSpPr>
            <a:spLocks noGrp="1"/>
          </p:cNvSpPr>
          <p:nvPr>
            <p:ph type="body" idx="1"/>
          </p:nvPr>
        </p:nvSpPr>
        <p:spPr>
          <a:xfrm>
            <a:off x="626364" y="348337"/>
            <a:ext cx="3868340" cy="338818"/>
          </a:xfrm>
        </p:spPr>
        <p:txBody>
          <a:bodyPr/>
          <a:lstStyle/>
          <a:p>
            <a:r>
              <a:rPr lang="en-GB" b="0" dirty="0"/>
              <a:t>KPI – Concession raised by week</a:t>
            </a:r>
          </a:p>
        </p:txBody>
      </p:sp>
      <p:sp>
        <p:nvSpPr>
          <p:cNvPr id="5" name="Text Placeholder 4">
            <a:extLst>
              <a:ext uri="{FF2B5EF4-FFF2-40B4-BE49-F238E27FC236}">
                <a16:creationId xmlns:a16="http://schemas.microsoft.com/office/drawing/2014/main" id="{0CD90B20-1AF8-A3D1-5939-0273D1218C40}"/>
              </a:ext>
            </a:extLst>
          </p:cNvPr>
          <p:cNvSpPr>
            <a:spLocks noGrp="1"/>
          </p:cNvSpPr>
          <p:nvPr>
            <p:ph type="body" sz="quarter" idx="3"/>
          </p:nvPr>
        </p:nvSpPr>
        <p:spPr>
          <a:xfrm>
            <a:off x="4846438" y="348337"/>
            <a:ext cx="3887391" cy="338818"/>
          </a:xfrm>
        </p:spPr>
        <p:txBody>
          <a:bodyPr/>
          <a:lstStyle/>
          <a:p>
            <a:r>
              <a:rPr lang="en-GB" b="0" dirty="0"/>
              <a:t>KPI – Analysis by Part Number</a:t>
            </a:r>
          </a:p>
        </p:txBody>
      </p:sp>
      <p:sp>
        <p:nvSpPr>
          <p:cNvPr id="7" name="Slide Number Placeholder 6">
            <a:extLst>
              <a:ext uri="{FF2B5EF4-FFF2-40B4-BE49-F238E27FC236}">
                <a16:creationId xmlns:a16="http://schemas.microsoft.com/office/drawing/2014/main" id="{DE7C6239-128F-69D7-3070-DE20D20258E9}"/>
              </a:ext>
            </a:extLst>
          </p:cNvPr>
          <p:cNvSpPr>
            <a:spLocks noGrp="1"/>
          </p:cNvSpPr>
          <p:nvPr>
            <p:ph type="sldNum" sz="quarter" idx="12"/>
          </p:nvPr>
        </p:nvSpPr>
        <p:spPr/>
        <p:txBody>
          <a:bodyPr/>
          <a:lstStyle/>
          <a:p>
            <a:fld id="{5DB319D9-D2FD-284E-84AD-40610CA482F1}" type="slidenum">
              <a:rPr lang="en-US" smtClean="0"/>
              <a:t>8</a:t>
            </a:fld>
            <a:endParaRPr lang="en-US"/>
          </a:p>
        </p:txBody>
      </p:sp>
      <p:sp>
        <p:nvSpPr>
          <p:cNvPr id="8" name="Title 3">
            <a:extLst>
              <a:ext uri="{FF2B5EF4-FFF2-40B4-BE49-F238E27FC236}">
                <a16:creationId xmlns:a16="http://schemas.microsoft.com/office/drawing/2014/main" id="{E2A8384D-E21C-67D9-056E-7830D783EB9A}"/>
              </a:ext>
            </a:extLst>
          </p:cNvPr>
          <p:cNvSpPr>
            <a:spLocks noGrp="1"/>
          </p:cNvSpPr>
          <p:nvPr>
            <p:ph type="title"/>
          </p:nvPr>
        </p:nvSpPr>
        <p:spPr>
          <a:xfrm>
            <a:off x="185171" y="825"/>
            <a:ext cx="7935571" cy="359114"/>
          </a:xfrm>
        </p:spPr>
        <p:txBody>
          <a:bodyPr>
            <a:normAutofit/>
          </a:bodyPr>
          <a:lstStyle/>
          <a:p>
            <a:r>
              <a:rPr lang="en-US" sz="1800" dirty="0">
                <a:latin typeface="Corbel"/>
              </a:rPr>
              <a:t>NA: Wk.{{WK_NUM_PREV}} Concessions Performance Update</a:t>
            </a:r>
            <a:endParaRPr lang="en-GB" sz="1800" dirty="0">
              <a:highlight>
                <a:srgbClr val="FFFF00"/>
              </a:highlight>
              <a:latin typeface="Corbel"/>
            </a:endParaRPr>
          </a:p>
        </p:txBody>
      </p:sp>
      <p:sp>
        <p:nvSpPr>
          <p:cNvPr id="9" name="Text Placeholder 2">
            <a:extLst>
              <a:ext uri="{FF2B5EF4-FFF2-40B4-BE49-F238E27FC236}">
                <a16:creationId xmlns:a16="http://schemas.microsoft.com/office/drawing/2014/main" id="{277CDF54-634B-1579-60E1-51F5B77376E7}"/>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6442C58E-2496-E273-4D82-5D488B788C58}"/>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A896B220-2264-521F-29C4-EABC995458B9}"/>
              </a:ext>
            </a:extLst>
          </p:cNvPr>
          <p:cNvSpPr txBox="1">
            <a:spLocks/>
          </p:cNvSpPr>
          <p:nvPr/>
        </p:nvSpPr>
        <p:spPr>
          <a:xfrm>
            <a:off x="614286"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Analysis of theme / fault code</a:t>
            </a:r>
          </a:p>
        </p:txBody>
      </p:sp>
      <p:sp>
        <p:nvSpPr>
          <p:cNvPr id="22" name="Content Placeholder 5">
            <a:extLst>
              <a:ext uri="{FF2B5EF4-FFF2-40B4-BE49-F238E27FC236}">
                <a16:creationId xmlns:a16="http://schemas.microsoft.com/office/drawing/2014/main" id="{2586FA73-E9D4-CA98-4DF9-C5E4F6883D4F}"/>
              </a:ext>
            </a:extLst>
          </p:cNvPr>
          <p:cNvSpPr txBox="1">
            <a:spLocks/>
          </p:cNvSpPr>
          <p:nvPr/>
        </p:nvSpPr>
        <p:spPr>
          <a:xfrm>
            <a:off x="4846437" y="3800476"/>
            <a:ext cx="3887391" cy="2529786"/>
          </a:xfrm>
          <a:prstGeom prst="rect">
            <a:avLst/>
          </a:prstGeom>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endParaRPr lang="en-GB"/>
          </a:p>
        </p:txBody>
      </p:sp>
      <p:sp>
        <p:nvSpPr>
          <p:cNvPr id="23" name="Text Placeholder 4">
            <a:extLst>
              <a:ext uri="{FF2B5EF4-FFF2-40B4-BE49-F238E27FC236}">
                <a16:creationId xmlns:a16="http://schemas.microsoft.com/office/drawing/2014/main" id="{BA74DE05-A7D6-D00E-7C6D-143A0CA06B61}"/>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a:t>Summary of Actions to improve</a:t>
            </a:r>
          </a:p>
        </p:txBody>
      </p:sp>
      <p:graphicFrame>
        <p:nvGraphicFramePr>
          <p:cNvPr id="12" name="Content Placeholder 1">
            <a:extLst>
              <a:ext uri="{FF2B5EF4-FFF2-40B4-BE49-F238E27FC236}">
                <a16:creationId xmlns:a16="http://schemas.microsoft.com/office/drawing/2014/main" id="{81E7A2FA-C132-1361-F03A-7416AC4C5984}"/>
              </a:ext>
            </a:extLst>
          </p:cNvPr>
          <p:cNvGraphicFramePr>
            <a:graphicFrameLocks/>
          </p:cNvGraphicFramePr>
          <p:nvPr>
            <p:extLst>
              <p:ext uri="{D42A27DB-BD31-4B8C-83A1-F6EECF244321}">
                <p14:modId xmlns:p14="http://schemas.microsoft.com/office/powerpoint/2010/main" val="2068631924"/>
              </p:ext>
            </p:extLst>
          </p:nvPr>
        </p:nvGraphicFramePr>
        <p:xfrm>
          <a:off x="4649298" y="3849250"/>
          <a:ext cx="4407617" cy="1483360"/>
        </p:xfrm>
        <a:graphic>
          <a:graphicData uri="http://schemas.openxmlformats.org/drawingml/2006/table">
            <a:tbl>
              <a:tblPr firstRow="1" bandRow="1">
                <a:tableStyleId>{00A15C55-8517-42AA-B614-E9B94910E393}</a:tableStyleId>
              </a:tblPr>
              <a:tblGrid>
                <a:gridCol w="491004">
                  <a:extLst>
                    <a:ext uri="{9D8B030D-6E8A-4147-A177-3AD203B41FA5}">
                      <a16:colId xmlns:a16="http://schemas.microsoft.com/office/drawing/2014/main" val="2202721098"/>
                    </a:ext>
                  </a:extLst>
                </a:gridCol>
                <a:gridCol w="719724">
                  <a:extLst>
                    <a:ext uri="{9D8B030D-6E8A-4147-A177-3AD203B41FA5}">
                      <a16:colId xmlns:a16="http://schemas.microsoft.com/office/drawing/2014/main" val="1421875135"/>
                    </a:ext>
                  </a:extLst>
                </a:gridCol>
                <a:gridCol w="2010188">
                  <a:extLst>
                    <a:ext uri="{9D8B030D-6E8A-4147-A177-3AD203B41FA5}">
                      <a16:colId xmlns:a16="http://schemas.microsoft.com/office/drawing/2014/main" val="317231456"/>
                    </a:ext>
                  </a:extLst>
                </a:gridCol>
                <a:gridCol w="571327">
                  <a:extLst>
                    <a:ext uri="{9D8B030D-6E8A-4147-A177-3AD203B41FA5}">
                      <a16:colId xmlns:a16="http://schemas.microsoft.com/office/drawing/2014/main" val="1994850646"/>
                    </a:ext>
                  </a:extLst>
                </a:gridCol>
                <a:gridCol w="615374">
                  <a:extLst>
                    <a:ext uri="{9D8B030D-6E8A-4147-A177-3AD203B41FA5}">
                      <a16:colId xmlns:a16="http://schemas.microsoft.com/office/drawing/2014/main" val="4081782946"/>
                    </a:ext>
                  </a:extLst>
                </a:gridCol>
              </a:tblGrid>
              <a:tr h="370840">
                <a:tc>
                  <a:txBody>
                    <a:bodyPr/>
                    <a:lstStyle/>
                    <a:p>
                      <a:pPr algn="ctr"/>
                      <a:r>
                        <a:rPr lang="en-GB" sz="900" dirty="0"/>
                        <a:t>IRP /NC #</a:t>
                      </a:r>
                    </a:p>
                  </a:txBody>
                  <a:tcPr anchor="ctr"/>
                </a:tc>
                <a:tc>
                  <a:txBody>
                    <a:bodyPr/>
                    <a:lstStyle/>
                    <a:p>
                      <a:pPr algn="ctr"/>
                      <a:r>
                        <a:rPr lang="en-GB" sz="900" dirty="0"/>
                        <a:t>RC Code / concern</a:t>
                      </a:r>
                    </a:p>
                  </a:txBody>
                  <a:tcPr anchor="ctr"/>
                </a:tc>
                <a:tc>
                  <a:txBody>
                    <a:bodyPr/>
                    <a:lstStyle/>
                    <a:p>
                      <a:pPr algn="ctr"/>
                      <a:r>
                        <a:rPr lang="en-GB" sz="900"/>
                        <a:t>Action</a:t>
                      </a:r>
                    </a:p>
                  </a:txBody>
                  <a:tcPr anchor="ctr"/>
                </a:tc>
                <a:tc>
                  <a:txBody>
                    <a:bodyPr/>
                    <a:lstStyle/>
                    <a:p>
                      <a:pPr algn="ctr"/>
                      <a:r>
                        <a:rPr lang="en-GB" sz="900"/>
                        <a:t>Owner</a:t>
                      </a:r>
                    </a:p>
                  </a:txBody>
                  <a:tcPr anchor="ctr"/>
                </a:tc>
                <a:tc>
                  <a:txBody>
                    <a:bodyPr/>
                    <a:lstStyle/>
                    <a:p>
                      <a:pPr algn="ctr"/>
                      <a:r>
                        <a:rPr lang="en-GB" sz="900"/>
                        <a:t>Comp. Date</a:t>
                      </a:r>
                    </a:p>
                  </a:txBody>
                  <a:tcPr anchor="ctr"/>
                </a:tc>
                <a:extLst>
                  <a:ext uri="{0D108BD9-81ED-4DB2-BD59-A6C34878D82A}">
                    <a16:rowId xmlns:a16="http://schemas.microsoft.com/office/drawing/2014/main" val="791109035"/>
                  </a:ext>
                </a:extLst>
              </a:tr>
              <a:tr h="370840">
                <a:tc>
                  <a:txBody>
                    <a:bodyPr/>
                    <a:lstStyle/>
                    <a:p>
                      <a:pPr algn="ctr"/>
                      <a:r>
                        <a:rPr lang="en-GB" sz="900" dirty="0"/>
                        <a:t>Y</a:t>
                      </a:r>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GB" sz="900" dirty="0"/>
                        <a:t>R001</a:t>
                      </a:r>
                    </a:p>
                    <a:p>
                      <a:pPr algn="ctr"/>
                      <a:endParaRPr lang="en-GB" sz="900" dirty="0"/>
                    </a:p>
                  </a:txBody>
                  <a:tcPr anchor="ctr"/>
                </a:tc>
                <a:tc>
                  <a:txBody>
                    <a:bodyPr/>
                    <a:lstStyle/>
                    <a:p>
                      <a:pPr algn="ctr"/>
                      <a:r>
                        <a:rPr lang="en-GB" sz="900" dirty="0"/>
                        <a:t>2 </a:t>
                      </a:r>
                      <a:r>
                        <a:rPr lang="en-GB" sz="900" dirty="0" err="1"/>
                        <a:t>Proform</a:t>
                      </a:r>
                      <a:r>
                        <a:rPr lang="en-GB" sz="900" dirty="0"/>
                        <a:t> Demo Chairs manufactured using old mechanism </a:t>
                      </a:r>
                    </a:p>
                  </a:txBody>
                  <a:tcPr anchor="ctr"/>
                </a:tc>
                <a:tc>
                  <a:txBody>
                    <a:bodyPr/>
                    <a:lstStyle/>
                    <a:p>
                      <a:pPr algn="ctr"/>
                      <a:r>
                        <a:rPr lang="en-GB" sz="900" dirty="0"/>
                        <a:t>JS</a:t>
                      </a:r>
                    </a:p>
                  </a:txBody>
                  <a:tcPr anchor="ctr"/>
                </a:tc>
                <a:tc>
                  <a:txBody>
                    <a:bodyPr/>
                    <a:lstStyle/>
                    <a:p>
                      <a:pPr algn="ctr"/>
                      <a:endParaRPr lang="en-GB" sz="900" dirty="0"/>
                    </a:p>
                  </a:txBody>
                  <a:tcPr anchor="ctr"/>
                </a:tc>
                <a:extLst>
                  <a:ext uri="{0D108BD9-81ED-4DB2-BD59-A6C34878D82A}">
                    <a16:rowId xmlns:a16="http://schemas.microsoft.com/office/drawing/2014/main" val="2422996120"/>
                  </a:ext>
                </a:extLst>
              </a:tr>
              <a:tr h="370840">
                <a:tc>
                  <a:txBody>
                    <a:bodyPr/>
                    <a:lstStyle/>
                    <a:p>
                      <a:pPr algn="ctr"/>
                      <a:endParaRPr lang="en-GB" sz="900"/>
                    </a:p>
                  </a:txBody>
                  <a:tcPr anchor="ctr"/>
                </a:tc>
                <a:tc>
                  <a:txBody>
                    <a:bodyPr/>
                    <a:lstStyle/>
                    <a:p>
                      <a:pPr algn="ctr"/>
                      <a:endParaRPr lang="en-GB" sz="900"/>
                    </a:p>
                  </a:txBody>
                  <a:tcPr anchor="ctr"/>
                </a:tc>
                <a:tc>
                  <a:txBody>
                    <a:bodyPr/>
                    <a:lstStyle/>
                    <a:p>
                      <a:pPr algn="ctr"/>
                      <a:r>
                        <a:rPr lang="en-GB" sz="900" dirty="0"/>
                        <a:t>Harvest bolt – to be recorded</a:t>
                      </a:r>
                    </a:p>
                  </a:txBody>
                  <a:tcPr anchor="ctr"/>
                </a:tc>
                <a:tc>
                  <a:txBody>
                    <a:bodyPr/>
                    <a:lstStyle/>
                    <a:p>
                      <a:pPr algn="ctr"/>
                      <a:r>
                        <a:rPr lang="en-GB" sz="900" dirty="0"/>
                        <a:t>MM</a:t>
                      </a:r>
                    </a:p>
                  </a:txBody>
                  <a:tcPr anchor="ctr"/>
                </a:tc>
                <a:tc>
                  <a:txBody>
                    <a:bodyPr/>
                    <a:lstStyle/>
                    <a:p>
                      <a:pPr algn="ctr"/>
                      <a:endParaRPr lang="en-GB" sz="900" dirty="0"/>
                    </a:p>
                  </a:txBody>
                  <a:tcPr anchor="ctr"/>
                </a:tc>
                <a:extLst>
                  <a:ext uri="{0D108BD9-81ED-4DB2-BD59-A6C34878D82A}">
                    <a16:rowId xmlns:a16="http://schemas.microsoft.com/office/drawing/2014/main" val="1000451920"/>
                  </a:ext>
                </a:extLst>
              </a:tr>
              <a:tr h="370840">
                <a:tc>
                  <a:txBody>
                    <a:bodyPr/>
                    <a:lstStyle/>
                    <a:p>
                      <a:endParaRPr lang="en-GB" sz="900"/>
                    </a:p>
                  </a:txBody>
                  <a:tcPr anchor="ctr"/>
                </a:tc>
                <a:tc>
                  <a:txBody>
                    <a:bodyPr/>
                    <a:lstStyle/>
                    <a:p>
                      <a:endParaRPr lang="en-GB" sz="900"/>
                    </a:p>
                  </a:txBody>
                  <a:tcPr anchor="ctr"/>
                </a:tc>
                <a:tc>
                  <a:txBody>
                    <a:bodyPr/>
                    <a:lstStyle/>
                    <a:p>
                      <a:endParaRPr lang="en-GB" sz="900"/>
                    </a:p>
                  </a:txBody>
                  <a:tcPr anchor="ctr"/>
                </a:tc>
                <a:tc>
                  <a:txBody>
                    <a:bodyPr/>
                    <a:lstStyle/>
                    <a:p>
                      <a:endParaRPr lang="en-GB" sz="900"/>
                    </a:p>
                  </a:txBody>
                  <a:tcPr anchor="ctr"/>
                </a:tc>
                <a:tc>
                  <a:txBody>
                    <a:bodyPr/>
                    <a:lstStyle/>
                    <a:p>
                      <a:endParaRPr lang="en-GB" sz="900" dirty="0"/>
                    </a:p>
                  </a:txBody>
                  <a:tcPr anchor="ctr"/>
                </a:tc>
                <a:extLst>
                  <a:ext uri="{0D108BD9-81ED-4DB2-BD59-A6C34878D82A}">
                    <a16:rowId xmlns:a16="http://schemas.microsoft.com/office/drawing/2014/main" val="3442692064"/>
                  </a:ext>
                </a:extLst>
              </a:tr>
            </a:tbl>
          </a:graphicData>
        </a:graphic>
      </p:graphicFrame>
      <p:graphicFrame>
        <p:nvGraphicFramePr>
          <p:cNvPr id="11" name="Chart 10">
            <a:extLst>
              <a:ext uri="{FF2B5EF4-FFF2-40B4-BE49-F238E27FC236}">
                <a16:creationId xmlns:a16="http://schemas.microsoft.com/office/drawing/2014/main" id="{DF05781E-F4FA-46B8-8C73-95E52D39A6ED}"/>
              </a:ext>
            </a:extLst>
          </p:cNvPr>
          <p:cNvGraphicFramePr>
            <a:graphicFrameLocks/>
          </p:cNvGraphicFramePr>
          <p:nvPr>
            <p:extLst>
              <p:ext uri="{D42A27DB-BD31-4B8C-83A1-F6EECF244321}">
                <p14:modId xmlns:p14="http://schemas.microsoft.com/office/powerpoint/2010/main" val="3883762152"/>
              </p:ext>
            </p:extLst>
          </p:nvPr>
        </p:nvGraphicFramePr>
        <p:xfrm>
          <a:off x="4596765" y="707451"/>
          <a:ext cx="4547235"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AE1C4BFF-38C9-4D25-B377-E1520B8D5790}"/>
              </a:ext>
            </a:extLst>
          </p:cNvPr>
          <p:cNvGraphicFramePr>
            <a:graphicFrameLocks/>
          </p:cNvGraphicFramePr>
          <p:nvPr>
            <p:extLst>
              <p:ext uri="{D42A27DB-BD31-4B8C-83A1-F6EECF244321}">
                <p14:modId xmlns:p14="http://schemas.microsoft.com/office/powerpoint/2010/main" val="44915942"/>
              </p:ext>
            </p:extLst>
          </p:nvPr>
        </p:nvGraphicFramePr>
        <p:xfrm>
          <a:off x="185171" y="3669839"/>
          <a:ext cx="4386829"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95B0EF5D-18D3-443D-BF89-66B8F44F5B89}"/>
              </a:ext>
            </a:extLst>
          </p:cNvPr>
          <p:cNvGraphicFramePr>
            <a:graphicFrameLocks/>
          </p:cNvGraphicFramePr>
          <p:nvPr>
            <p:extLst>
              <p:ext uri="{D42A27DB-BD31-4B8C-83A1-F6EECF244321}">
                <p14:modId xmlns:p14="http://schemas.microsoft.com/office/powerpoint/2010/main" val="68128204"/>
              </p:ext>
            </p:extLst>
          </p:nvPr>
        </p:nvGraphicFramePr>
        <p:xfrm>
          <a:off x="123336" y="558789"/>
          <a:ext cx="4547235" cy="274095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18554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C2B36-11B9-38C7-ED47-A507EBF367F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CFDBD0A-032F-3B5C-14CF-A845D64FB80C}"/>
              </a:ext>
            </a:extLst>
          </p:cNvPr>
          <p:cNvSpPr>
            <a:spLocks noGrp="1"/>
          </p:cNvSpPr>
          <p:nvPr>
            <p:ph type="body" idx="1"/>
          </p:nvPr>
        </p:nvSpPr>
        <p:spPr>
          <a:xfrm>
            <a:off x="626364" y="348337"/>
            <a:ext cx="3868340" cy="338818"/>
          </a:xfrm>
        </p:spPr>
        <p:txBody>
          <a:bodyPr>
            <a:normAutofit fontScale="92500"/>
          </a:bodyPr>
          <a:lstStyle/>
          <a:p>
            <a:r>
              <a:rPr lang="en-GB" b="0" dirty="0"/>
              <a:t>KPI – Supplier [SCARS] returns by month</a:t>
            </a:r>
          </a:p>
        </p:txBody>
      </p:sp>
      <p:sp>
        <p:nvSpPr>
          <p:cNvPr id="5" name="Text Placeholder 4">
            <a:extLst>
              <a:ext uri="{FF2B5EF4-FFF2-40B4-BE49-F238E27FC236}">
                <a16:creationId xmlns:a16="http://schemas.microsoft.com/office/drawing/2014/main" id="{F205E5B9-61A1-FAB3-97C5-BCC322A2A690}"/>
              </a:ext>
            </a:extLst>
          </p:cNvPr>
          <p:cNvSpPr>
            <a:spLocks noGrp="1"/>
          </p:cNvSpPr>
          <p:nvPr>
            <p:ph type="body" sz="quarter" idx="3"/>
          </p:nvPr>
        </p:nvSpPr>
        <p:spPr>
          <a:xfrm>
            <a:off x="4846438" y="348337"/>
            <a:ext cx="3887391" cy="338818"/>
          </a:xfrm>
        </p:spPr>
        <p:txBody>
          <a:bodyPr>
            <a:normAutofit fontScale="92500"/>
          </a:bodyPr>
          <a:lstStyle/>
          <a:p>
            <a:r>
              <a:rPr lang="en-GB" b="0" dirty="0"/>
              <a:t>KPI – Analysis by Part Number</a:t>
            </a:r>
          </a:p>
        </p:txBody>
      </p:sp>
      <p:sp>
        <p:nvSpPr>
          <p:cNvPr id="7" name="Slide Number Placeholder 6">
            <a:extLst>
              <a:ext uri="{FF2B5EF4-FFF2-40B4-BE49-F238E27FC236}">
                <a16:creationId xmlns:a16="http://schemas.microsoft.com/office/drawing/2014/main" id="{65A5A971-E217-A878-08D4-546955493C05}"/>
              </a:ext>
            </a:extLst>
          </p:cNvPr>
          <p:cNvSpPr>
            <a:spLocks noGrp="1"/>
          </p:cNvSpPr>
          <p:nvPr>
            <p:ph type="sldNum" sz="quarter" idx="12"/>
          </p:nvPr>
        </p:nvSpPr>
        <p:spPr>
          <a:xfrm>
            <a:off x="54145" y="6456784"/>
            <a:ext cx="412386" cy="365125"/>
          </a:xfrm>
        </p:spPr>
        <p:txBody>
          <a:bodyPr/>
          <a:lstStyle/>
          <a:p>
            <a:fld id="{5DB319D9-D2FD-284E-84AD-40610CA482F1}" type="slidenum">
              <a:rPr lang="en-US" smtClean="0"/>
              <a:t>9</a:t>
            </a:fld>
            <a:endParaRPr lang="en-US"/>
          </a:p>
        </p:txBody>
      </p:sp>
      <p:sp>
        <p:nvSpPr>
          <p:cNvPr id="8" name="Title 3">
            <a:extLst>
              <a:ext uri="{FF2B5EF4-FFF2-40B4-BE49-F238E27FC236}">
                <a16:creationId xmlns:a16="http://schemas.microsoft.com/office/drawing/2014/main" id="{7B5A12BF-150E-6C8D-0AFD-3E2D66F0D6A4}"/>
              </a:ext>
            </a:extLst>
          </p:cNvPr>
          <p:cNvSpPr>
            <a:spLocks noGrp="1"/>
          </p:cNvSpPr>
          <p:nvPr>
            <p:ph type="title"/>
          </p:nvPr>
        </p:nvSpPr>
        <p:spPr>
          <a:xfrm>
            <a:off x="185171" y="825"/>
            <a:ext cx="7935571" cy="359114"/>
          </a:xfrm>
        </p:spPr>
        <p:txBody>
          <a:bodyPr/>
          <a:lstStyle/>
          <a:p>
            <a:r>
              <a:rPr lang="en-US" sz="1800" dirty="0">
                <a:latin typeface="Corbel"/>
              </a:rPr>
              <a:t>NA: Wk.{{WK_NUM_PREV}} Supplier Performance</a:t>
            </a:r>
            <a:endParaRPr lang="en-GB" sz="1800" dirty="0">
              <a:latin typeface="Corbel"/>
            </a:endParaRPr>
          </a:p>
        </p:txBody>
      </p:sp>
      <p:sp>
        <p:nvSpPr>
          <p:cNvPr id="9" name="Text Placeholder 2">
            <a:extLst>
              <a:ext uri="{FF2B5EF4-FFF2-40B4-BE49-F238E27FC236}">
                <a16:creationId xmlns:a16="http://schemas.microsoft.com/office/drawing/2014/main" id="{9CD35E0C-7D36-2FCE-756C-39C67173315F}"/>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8DDE2DBB-D722-D5B4-87B4-5FA02BA226A5}"/>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11" name="Content Placeholder 3">
            <a:extLst>
              <a:ext uri="{FF2B5EF4-FFF2-40B4-BE49-F238E27FC236}">
                <a16:creationId xmlns:a16="http://schemas.microsoft.com/office/drawing/2014/main" id="{435AE22A-5F48-1888-C562-E740096E1376}"/>
              </a:ext>
            </a:extLst>
          </p:cNvPr>
          <p:cNvSpPr txBox="1">
            <a:spLocks/>
          </p:cNvSpPr>
          <p:nvPr/>
        </p:nvSpPr>
        <p:spPr>
          <a:xfrm>
            <a:off x="626364" y="3631068"/>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796B3933-0ECB-EAC5-540E-7A849FFF0666}"/>
              </a:ext>
            </a:extLst>
          </p:cNvPr>
          <p:cNvSpPr txBox="1">
            <a:spLocks/>
          </p:cNvSpPr>
          <p:nvPr/>
        </p:nvSpPr>
        <p:spPr>
          <a:xfrm>
            <a:off x="614286"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a:t>Analysis of theme / fault code</a:t>
            </a:r>
          </a:p>
        </p:txBody>
      </p:sp>
      <p:sp>
        <p:nvSpPr>
          <p:cNvPr id="22" name="Content Placeholder 5">
            <a:extLst>
              <a:ext uri="{FF2B5EF4-FFF2-40B4-BE49-F238E27FC236}">
                <a16:creationId xmlns:a16="http://schemas.microsoft.com/office/drawing/2014/main" id="{184722F6-CC69-12EB-6ADD-C791C70FBDA8}"/>
              </a:ext>
            </a:extLst>
          </p:cNvPr>
          <p:cNvSpPr txBox="1">
            <a:spLocks/>
          </p:cNvSpPr>
          <p:nvPr/>
        </p:nvSpPr>
        <p:spPr>
          <a:xfrm>
            <a:off x="4846437" y="3800476"/>
            <a:ext cx="3887391" cy="2529786"/>
          </a:xfrm>
          <a:prstGeom prst="rect">
            <a:avLst/>
          </a:prstGeom>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endParaRPr lang="en-GB"/>
          </a:p>
        </p:txBody>
      </p:sp>
      <p:sp>
        <p:nvSpPr>
          <p:cNvPr id="23" name="Text Placeholder 4">
            <a:extLst>
              <a:ext uri="{FF2B5EF4-FFF2-40B4-BE49-F238E27FC236}">
                <a16:creationId xmlns:a16="http://schemas.microsoft.com/office/drawing/2014/main" id="{8828C68B-3116-29B7-02C2-CEBB76AB4437}"/>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a:t>Summary of Actions to improve</a:t>
            </a:r>
          </a:p>
        </p:txBody>
      </p:sp>
      <p:graphicFrame>
        <p:nvGraphicFramePr>
          <p:cNvPr id="14" name="Content Placeholder 1">
            <a:extLst>
              <a:ext uri="{FF2B5EF4-FFF2-40B4-BE49-F238E27FC236}">
                <a16:creationId xmlns:a16="http://schemas.microsoft.com/office/drawing/2014/main" id="{4CD681C0-6D41-7E37-A36E-6ABE0CE83861}"/>
              </a:ext>
            </a:extLst>
          </p:cNvPr>
          <p:cNvGraphicFramePr>
            <a:graphicFrameLocks/>
          </p:cNvGraphicFramePr>
          <p:nvPr>
            <p:extLst>
              <p:ext uri="{D42A27DB-BD31-4B8C-83A1-F6EECF244321}">
                <p14:modId xmlns:p14="http://schemas.microsoft.com/office/powerpoint/2010/main" val="3161078788"/>
              </p:ext>
            </p:extLst>
          </p:nvPr>
        </p:nvGraphicFramePr>
        <p:xfrm>
          <a:off x="4649299" y="3849250"/>
          <a:ext cx="4494701" cy="1600200"/>
        </p:xfrm>
        <a:graphic>
          <a:graphicData uri="http://schemas.openxmlformats.org/drawingml/2006/table">
            <a:tbl>
              <a:tblPr firstRow="1" bandRow="1">
                <a:tableStyleId>{00A15C55-8517-42AA-B614-E9B94910E393}</a:tableStyleId>
              </a:tblPr>
              <a:tblGrid>
                <a:gridCol w="469731">
                  <a:extLst>
                    <a:ext uri="{9D8B030D-6E8A-4147-A177-3AD203B41FA5}">
                      <a16:colId xmlns:a16="http://schemas.microsoft.com/office/drawing/2014/main" val="2202721098"/>
                    </a:ext>
                  </a:extLst>
                </a:gridCol>
                <a:gridCol w="763847">
                  <a:extLst>
                    <a:ext uri="{9D8B030D-6E8A-4147-A177-3AD203B41FA5}">
                      <a16:colId xmlns:a16="http://schemas.microsoft.com/office/drawing/2014/main" val="1421875135"/>
                    </a:ext>
                  </a:extLst>
                </a:gridCol>
                <a:gridCol w="2156169">
                  <a:extLst>
                    <a:ext uri="{9D8B030D-6E8A-4147-A177-3AD203B41FA5}">
                      <a16:colId xmlns:a16="http://schemas.microsoft.com/office/drawing/2014/main" val="317231456"/>
                    </a:ext>
                  </a:extLst>
                </a:gridCol>
                <a:gridCol w="601101">
                  <a:extLst>
                    <a:ext uri="{9D8B030D-6E8A-4147-A177-3AD203B41FA5}">
                      <a16:colId xmlns:a16="http://schemas.microsoft.com/office/drawing/2014/main" val="1994850646"/>
                    </a:ext>
                  </a:extLst>
                </a:gridCol>
                <a:gridCol w="503853">
                  <a:extLst>
                    <a:ext uri="{9D8B030D-6E8A-4147-A177-3AD203B41FA5}">
                      <a16:colId xmlns:a16="http://schemas.microsoft.com/office/drawing/2014/main" val="4081782946"/>
                    </a:ext>
                  </a:extLst>
                </a:gridCol>
              </a:tblGrid>
              <a:tr h="330864">
                <a:tc>
                  <a:txBody>
                    <a:bodyPr/>
                    <a:lstStyle/>
                    <a:p>
                      <a:pPr algn="ctr"/>
                      <a:r>
                        <a:rPr lang="en-GB" sz="900"/>
                        <a:t>IRP /NC #</a:t>
                      </a:r>
                      <a:endParaRPr lang="en-GB" sz="900" dirty="0"/>
                    </a:p>
                  </a:txBody>
                  <a:tcPr anchor="ctr"/>
                </a:tc>
                <a:tc>
                  <a:txBody>
                    <a:bodyPr/>
                    <a:lstStyle/>
                    <a:p>
                      <a:pPr algn="ctr"/>
                      <a:r>
                        <a:rPr lang="en-GB" sz="900" dirty="0"/>
                        <a:t>RC Code / concern</a:t>
                      </a:r>
                    </a:p>
                  </a:txBody>
                  <a:tcPr anchor="ctr"/>
                </a:tc>
                <a:tc>
                  <a:txBody>
                    <a:bodyPr/>
                    <a:lstStyle/>
                    <a:p>
                      <a:pPr algn="ctr"/>
                      <a:r>
                        <a:rPr lang="en-GB" sz="900" dirty="0"/>
                        <a:t>Action</a:t>
                      </a:r>
                    </a:p>
                  </a:txBody>
                  <a:tcPr anchor="ctr"/>
                </a:tc>
                <a:tc>
                  <a:txBody>
                    <a:bodyPr/>
                    <a:lstStyle/>
                    <a:p>
                      <a:pPr algn="ctr"/>
                      <a:r>
                        <a:rPr lang="en-GB" sz="900"/>
                        <a:t>Owner</a:t>
                      </a:r>
                    </a:p>
                  </a:txBody>
                  <a:tcPr anchor="ctr"/>
                </a:tc>
                <a:tc>
                  <a:txBody>
                    <a:bodyPr/>
                    <a:lstStyle/>
                    <a:p>
                      <a:pPr algn="ctr"/>
                      <a:r>
                        <a:rPr lang="en-GB" sz="900"/>
                        <a:t>Comp. Date</a:t>
                      </a:r>
                    </a:p>
                  </a:txBody>
                  <a:tcPr anchor="ctr"/>
                </a:tc>
                <a:extLst>
                  <a:ext uri="{0D108BD9-81ED-4DB2-BD59-A6C34878D82A}">
                    <a16:rowId xmlns:a16="http://schemas.microsoft.com/office/drawing/2014/main" val="791109035"/>
                  </a:ext>
                </a:extLst>
              </a:tr>
              <a:tr h="146533">
                <a:tc>
                  <a:txBody>
                    <a:bodyPr/>
                    <a:lstStyle/>
                    <a:p>
                      <a:pPr algn="ctr"/>
                      <a:r>
                        <a:rPr lang="en-GB" sz="900" dirty="0"/>
                        <a:t>-</a:t>
                      </a:r>
                    </a:p>
                  </a:txBody>
                  <a:tcPr anchor="ctr"/>
                </a:tc>
                <a:tc>
                  <a:txBody>
                    <a:bodyPr/>
                    <a:lstStyle/>
                    <a:p>
                      <a:pPr algn="ctr"/>
                      <a:r>
                        <a:rPr lang="en-GB" sz="900" dirty="0"/>
                        <a:t>REPO-0026</a:t>
                      </a:r>
                    </a:p>
                  </a:txBody>
                  <a:tcPr anchor="ctr"/>
                </a:tc>
                <a:tc>
                  <a:txBody>
                    <a:bodyPr/>
                    <a:lstStyle/>
                    <a:p>
                      <a:pPr algn="ctr"/>
                      <a:r>
                        <a:rPr lang="en-GB" sz="900" dirty="0" err="1"/>
                        <a:t>Proform</a:t>
                      </a:r>
                      <a:r>
                        <a:rPr lang="en-GB" sz="900" dirty="0"/>
                        <a:t> mechanisms had to be returned for rework.</a:t>
                      </a:r>
                    </a:p>
                  </a:txBody>
                  <a:tcPr anchor="ctr"/>
                </a:tc>
                <a:tc>
                  <a:txBody>
                    <a:bodyPr/>
                    <a:lstStyle/>
                    <a:p>
                      <a:pPr algn="ctr"/>
                      <a:r>
                        <a:rPr lang="en-GB" sz="900" dirty="0"/>
                        <a:t>Prism Rhyl</a:t>
                      </a:r>
                    </a:p>
                  </a:txBody>
                  <a:tcPr anchor="ctr"/>
                </a:tc>
                <a:tc>
                  <a:txBody>
                    <a:bodyPr/>
                    <a:lstStyle/>
                    <a:p>
                      <a:endParaRPr lang="en-GB" sz="900" dirty="0"/>
                    </a:p>
                  </a:txBody>
                  <a:tcPr anchor="ctr"/>
                </a:tc>
                <a:extLst>
                  <a:ext uri="{0D108BD9-81ED-4DB2-BD59-A6C34878D82A}">
                    <a16:rowId xmlns:a16="http://schemas.microsoft.com/office/drawing/2014/main" val="3442692064"/>
                  </a:ext>
                </a:extLst>
              </a:tr>
              <a:tr h="146533">
                <a:tc>
                  <a:txBody>
                    <a:bodyPr/>
                    <a:lstStyle/>
                    <a:p>
                      <a:pPr algn="ctr"/>
                      <a:r>
                        <a:rPr lang="en-GB" sz="900" dirty="0"/>
                        <a:t>-</a:t>
                      </a:r>
                    </a:p>
                  </a:txBody>
                  <a:tcPr anchor="ctr"/>
                </a:tc>
                <a:tc>
                  <a:txBody>
                    <a:bodyPr/>
                    <a:lstStyle/>
                    <a:p>
                      <a:pPr algn="ctr"/>
                      <a:r>
                        <a:rPr lang="en-GB" sz="900" dirty="0"/>
                        <a:t>REPO-0027</a:t>
                      </a:r>
                    </a:p>
                  </a:txBody>
                  <a:tcPr anchor="ctr"/>
                </a:tc>
                <a:tc>
                  <a:txBody>
                    <a:bodyPr/>
                    <a:lstStyle/>
                    <a:p>
                      <a:pPr algn="ctr"/>
                      <a:r>
                        <a:rPr lang="en-US" sz="900" dirty="0"/>
                        <a:t>A pallet of 2423 mechs sent with wrong back </a:t>
                      </a:r>
                      <a:r>
                        <a:rPr lang="en-US" sz="900" dirty="0" err="1"/>
                        <a:t>mottors</a:t>
                      </a:r>
                      <a:r>
                        <a:rPr lang="en-US" sz="900" dirty="0"/>
                        <a:t> installed</a:t>
                      </a:r>
                      <a:endParaRPr lang="en-GB" sz="900" dirty="0"/>
                    </a:p>
                  </a:txBody>
                  <a:tcPr anchor="ctr"/>
                </a:tc>
                <a:tc>
                  <a:txBody>
                    <a:bodyPr/>
                    <a:lstStyle/>
                    <a:p>
                      <a:pPr algn="ctr"/>
                      <a:r>
                        <a:rPr lang="en-GB" sz="900" dirty="0"/>
                        <a:t>Seminar</a:t>
                      </a:r>
                    </a:p>
                  </a:txBody>
                  <a:tcPr anchor="ctr"/>
                </a:tc>
                <a:tc>
                  <a:txBody>
                    <a:bodyPr/>
                    <a:lstStyle/>
                    <a:p>
                      <a:r>
                        <a:rPr lang="en-GB" sz="900" dirty="0"/>
                        <a:t>29/04/2026</a:t>
                      </a:r>
                    </a:p>
                  </a:txBody>
                  <a:tcPr anchor="ctr"/>
                </a:tc>
                <a:extLst>
                  <a:ext uri="{0D108BD9-81ED-4DB2-BD59-A6C34878D82A}">
                    <a16:rowId xmlns:a16="http://schemas.microsoft.com/office/drawing/2014/main" val="3095486163"/>
                  </a:ext>
                </a:extLst>
              </a:tr>
              <a:tr h="146533">
                <a:tc>
                  <a:txBody>
                    <a:bodyPr/>
                    <a:lstStyle/>
                    <a:p>
                      <a:pPr algn="ctr"/>
                      <a:r>
                        <a:rPr lang="en-GB" sz="900" dirty="0"/>
                        <a:t>-</a:t>
                      </a:r>
                    </a:p>
                  </a:txBody>
                  <a:tcPr anchor="ctr"/>
                </a:tc>
                <a:tc>
                  <a:txBody>
                    <a:bodyPr/>
                    <a:lstStyle/>
                    <a:p>
                      <a:pPr algn="ctr"/>
                      <a:r>
                        <a:rPr lang="en-GB" sz="900" dirty="0"/>
                        <a:t>REPO-0028</a:t>
                      </a:r>
                    </a:p>
                  </a:txBody>
                  <a:tcPr anchor="ctr"/>
                </a:tc>
                <a:tc>
                  <a:txBody>
                    <a:bodyPr/>
                    <a:lstStyle/>
                    <a:p>
                      <a:pPr algn="ctr"/>
                      <a:r>
                        <a:rPr lang="en-US" sz="900" dirty="0"/>
                        <a:t>Issue with failing handsets, over last 6 months more and more </a:t>
                      </a:r>
                      <a:r>
                        <a:rPr lang="en-US" sz="900" dirty="0" err="1"/>
                        <a:t>failty</a:t>
                      </a:r>
                      <a:r>
                        <a:rPr lang="en-US" sz="900" dirty="0"/>
                        <a:t> handsets found internally and post deliveries</a:t>
                      </a:r>
                      <a:endParaRPr lang="en-GB" sz="90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GB" sz="900" dirty="0"/>
                        <a:t>Seminar</a:t>
                      </a:r>
                    </a:p>
                    <a:p>
                      <a:pPr algn="ctr"/>
                      <a:endParaRPr lang="en-GB" sz="900" dirty="0"/>
                    </a:p>
                  </a:txBody>
                  <a:tcPr anchor="ctr"/>
                </a:tc>
                <a:tc>
                  <a:txBody>
                    <a:bodyPr/>
                    <a:lstStyle/>
                    <a:p>
                      <a:endParaRPr lang="en-GB" sz="900" dirty="0"/>
                    </a:p>
                  </a:txBody>
                  <a:tcPr anchor="ctr"/>
                </a:tc>
                <a:extLst>
                  <a:ext uri="{0D108BD9-81ED-4DB2-BD59-A6C34878D82A}">
                    <a16:rowId xmlns:a16="http://schemas.microsoft.com/office/drawing/2014/main" val="3630682775"/>
                  </a:ext>
                </a:extLst>
              </a:tr>
            </a:tbl>
          </a:graphicData>
        </a:graphic>
      </p:graphicFrame>
      <p:sp>
        <p:nvSpPr>
          <p:cNvPr id="16" name="Content Placeholder 5">
            <a:extLst>
              <a:ext uri="{FF2B5EF4-FFF2-40B4-BE49-F238E27FC236}">
                <a16:creationId xmlns:a16="http://schemas.microsoft.com/office/drawing/2014/main" id="{BE2CE760-4B46-96F7-B74B-0115ED0998E9}"/>
              </a:ext>
            </a:extLst>
          </p:cNvPr>
          <p:cNvSpPr txBox="1">
            <a:spLocks/>
          </p:cNvSpPr>
          <p:nvPr/>
        </p:nvSpPr>
        <p:spPr>
          <a:xfrm>
            <a:off x="4846438" y="735929"/>
            <a:ext cx="3887391" cy="2529786"/>
          </a:xfrm>
          <a:prstGeom prst="rect">
            <a:avLst/>
          </a:prstGeom>
          <a:ln>
            <a:solidFill>
              <a:schemeClr val="tx1">
                <a:lumMod val="20000"/>
                <a:lumOff val="80000"/>
              </a:schemeClr>
            </a:solidFill>
          </a:ln>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GB" sz="1800"/>
              <a:t>To be developed</a:t>
            </a:r>
          </a:p>
          <a:p>
            <a:pPr marL="0" indent="0">
              <a:buFont typeface="Arial"/>
              <a:buNone/>
            </a:pPr>
            <a:endParaRPr lang="en-GB" dirty="0"/>
          </a:p>
        </p:txBody>
      </p:sp>
      <p:graphicFrame>
        <p:nvGraphicFramePr>
          <p:cNvPr id="15" name="Chart 14">
            <a:extLst>
              <a:ext uri="{FF2B5EF4-FFF2-40B4-BE49-F238E27FC236}">
                <a16:creationId xmlns:a16="http://schemas.microsoft.com/office/drawing/2014/main" id="{961842AB-0969-4A00-984D-9639FB18D1E4}"/>
              </a:ext>
            </a:extLst>
          </p:cNvPr>
          <p:cNvGraphicFramePr>
            <a:graphicFrameLocks/>
          </p:cNvGraphicFramePr>
          <p:nvPr>
            <p:extLst>
              <p:ext uri="{D42A27DB-BD31-4B8C-83A1-F6EECF244321}">
                <p14:modId xmlns:p14="http://schemas.microsoft.com/office/powerpoint/2010/main" val="1045286196"/>
              </p:ext>
            </p:extLst>
          </p:nvPr>
        </p:nvGraphicFramePr>
        <p:xfrm>
          <a:off x="161281" y="3635836"/>
          <a:ext cx="4500096"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16220269-7286-4E6B-AB34-1FBA67148F4E}"/>
              </a:ext>
            </a:extLst>
          </p:cNvPr>
          <p:cNvGraphicFramePr>
            <a:graphicFrameLocks/>
          </p:cNvGraphicFramePr>
          <p:nvPr>
            <p:extLst>
              <p:ext uri="{D42A27DB-BD31-4B8C-83A1-F6EECF244321}">
                <p14:modId xmlns:p14="http://schemas.microsoft.com/office/powerpoint/2010/main" val="4179198885"/>
              </p:ext>
            </p:extLst>
          </p:nvPr>
        </p:nvGraphicFramePr>
        <p:xfrm>
          <a:off x="185171" y="540319"/>
          <a:ext cx="4547235" cy="274095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44708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39127-1E0A-FC34-F226-B23C013B7ACC}"/>
              </a:ext>
            </a:extLst>
          </p:cNvPr>
          <p:cNvSpPr>
            <a:spLocks noGrp="1"/>
          </p:cNvSpPr>
          <p:nvPr>
            <p:ph type="title"/>
          </p:nvPr>
        </p:nvSpPr>
        <p:spPr>
          <a:xfrm>
            <a:off x="628650" y="139066"/>
            <a:ext cx="8150646" cy="983556"/>
          </a:xfrm>
        </p:spPr>
        <p:txBody>
          <a:bodyPr>
            <a:normAutofit/>
          </a:bodyPr>
          <a:lstStyle/>
          <a:p>
            <a:r>
              <a:rPr lang="en-GB" sz="2000" dirty="0"/>
              <a:t>Quality – PHC –CoPQ £500 x IRP Raised per Issue</a:t>
            </a:r>
          </a:p>
        </p:txBody>
      </p:sp>
      <p:sp>
        <p:nvSpPr>
          <p:cNvPr id="18" name="Content Placeholder 2">
            <a:extLst>
              <a:ext uri="{FF2B5EF4-FFF2-40B4-BE49-F238E27FC236}">
                <a16:creationId xmlns:a16="http://schemas.microsoft.com/office/drawing/2014/main" id="{EB89D5A3-B5DD-6BD8-AF62-3FE7487F147B}"/>
              </a:ext>
            </a:extLst>
          </p:cNvPr>
          <p:cNvSpPr txBox="1">
            <a:spLocks/>
          </p:cNvSpPr>
          <p:nvPr/>
        </p:nvSpPr>
        <p:spPr>
          <a:xfrm>
            <a:off x="230922" y="3568880"/>
            <a:ext cx="2879999" cy="3087436"/>
          </a:xfrm>
          <a:prstGeom prst="rect">
            <a:avLst/>
          </a:prstGeom>
          <a:ln>
            <a:solidFill>
              <a:schemeClr val="bg2"/>
            </a:solidFill>
          </a:ln>
        </p:spPr>
        <p:txBody>
          <a:bodyPr vert="horz" lIns="91440" tIns="45720" rIns="91440" bIns="45720" rtlCol="0">
            <a:normAutofit/>
          </a:bodyPr>
          <a:lstStyle>
            <a:lvl1pPr marL="91679" indent="-91679" algn="l" defTabSz="685766" rtl="0" eaLnBrk="1" latinLnBrk="0" hangingPunct="1">
              <a:lnSpc>
                <a:spcPct val="90000"/>
              </a:lnSpc>
              <a:spcBef>
                <a:spcPts val="750"/>
              </a:spcBef>
              <a:buSzPct val="90000"/>
              <a:buFont typeface="Arial"/>
              <a:buNone/>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270272" indent="0" algn="r" defTabSz="685766" rtl="0" eaLnBrk="1" latinLnBrk="0" hangingPunct="1">
              <a:lnSpc>
                <a:spcPct val="90000"/>
              </a:lnSpc>
              <a:spcBef>
                <a:spcPts val="375"/>
              </a:spcBef>
              <a:buSzPct val="90000"/>
              <a:buFont typeface="Arial"/>
              <a:buNone/>
              <a:defRPr sz="135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90000"/>
              </a:lnSpc>
              <a:spcBef>
                <a:spcPts val="375"/>
              </a:spcBef>
              <a:buSzPct val="90000"/>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90000"/>
              </a:lnSpc>
              <a:spcBef>
                <a:spcPts val="375"/>
              </a:spcBef>
              <a:buSzPct val="90000"/>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90000"/>
              </a:lnSpc>
              <a:spcBef>
                <a:spcPts val="375"/>
              </a:spcBef>
              <a:buSzPct val="90000"/>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lnSpc>
                <a:spcPct val="0"/>
              </a:lnSpc>
            </a:pPr>
            <a:endParaRPr lang="en-GB" sz="1100" dirty="0">
              <a:latin typeface="Arial" panose="020B0604020202020204" pitchFamily="34" charset="0"/>
              <a:cs typeface="Arial" panose="020B0604020202020204" pitchFamily="34" charset="0"/>
            </a:endParaRPr>
          </a:p>
          <a:p>
            <a:pPr algn="ctr">
              <a:lnSpc>
                <a:spcPct val="50000"/>
              </a:lnSpc>
            </a:pPr>
            <a:r>
              <a:rPr lang="en-GB" sz="1000" dirty="0">
                <a:latin typeface="+mn-lt"/>
                <a:cs typeface="Arial" panose="020B0604020202020204" pitchFamily="34" charset="0"/>
              </a:rPr>
              <a:t>Weekly Target = £750</a:t>
            </a:r>
          </a:p>
          <a:p>
            <a:pPr algn="ctr">
              <a:lnSpc>
                <a:spcPct val="50000"/>
              </a:lnSpc>
            </a:pPr>
            <a:r>
              <a:rPr lang="en-GB" sz="1000" dirty="0">
                <a:latin typeface="+mn-lt"/>
                <a:cs typeface="Arial" panose="020B0604020202020204" pitchFamily="34" charset="0"/>
              </a:rPr>
              <a:t>Monthly Target = £3000</a:t>
            </a:r>
          </a:p>
          <a:p>
            <a:pPr algn="ctr">
              <a:lnSpc>
                <a:spcPct val="50000"/>
              </a:lnSpc>
            </a:pPr>
            <a:r>
              <a:rPr lang="en-GB" sz="1000" dirty="0">
                <a:latin typeface="+mn-lt"/>
                <a:cs typeface="Arial" panose="020B0604020202020204" pitchFamily="34" charset="0"/>
              </a:rPr>
              <a:t>Target for the year = &lt; £9000</a:t>
            </a:r>
          </a:p>
          <a:p>
            <a:pPr algn="ctr">
              <a:lnSpc>
                <a:spcPct val="50000"/>
              </a:lnSpc>
            </a:pPr>
            <a:r>
              <a:rPr lang="en-GB" sz="1000" dirty="0">
                <a:latin typeface="+mn-lt"/>
                <a:cs typeface="Arial" panose="020B0604020202020204" pitchFamily="34" charset="0"/>
              </a:rPr>
              <a:t>Total £{{S10_SCRAP_WK_GBP}}</a:t>
            </a:r>
          </a:p>
          <a:p>
            <a:pPr algn="ctr">
              <a:lnSpc>
                <a:spcPct val="50000"/>
              </a:lnSpc>
            </a:pPr>
            <a:endParaRPr lang="en-GB" sz="1000" dirty="0">
              <a:latin typeface="+mn-lt"/>
              <a:cs typeface="Arial" panose="020B0604020202020204" pitchFamily="34" charset="0"/>
            </a:endParaRPr>
          </a:p>
          <a:p>
            <a:pPr marL="0" indent="0">
              <a:lnSpc>
                <a:spcPct val="50000"/>
              </a:lnSpc>
            </a:pPr>
            <a:r>
              <a:rPr lang="en-GB" sz="1000" dirty="0">
                <a:latin typeface="+mn-lt"/>
                <a:cs typeface="Arial" panose="020B0604020202020204" pitchFamily="34" charset="0"/>
              </a:rPr>
              <a:t>Monthly Actual to date = £{{S10_SCRAP_MO_GBP}}</a:t>
            </a:r>
          </a:p>
          <a:p>
            <a:pPr marL="0" indent="0">
              <a:lnSpc>
                <a:spcPct val="0"/>
              </a:lnSpc>
            </a:pPr>
            <a:r>
              <a:rPr lang="en-GB" sz="1000" dirty="0">
                <a:latin typeface="+mn-lt"/>
                <a:cs typeface="Arial" panose="020B0604020202020204" pitchFamily="34" charset="0"/>
              </a:rPr>
              <a:t>Top 3 Pt No. and Issues</a:t>
            </a:r>
          </a:p>
          <a:p>
            <a:pPr marL="0" indent="0">
              <a:lnSpc>
                <a:spcPct val="0"/>
              </a:lnSpc>
            </a:pPr>
            <a:endParaRPr lang="en-GB" sz="1000" dirty="0">
              <a:latin typeface="+mn-lt"/>
              <a:cs typeface="Arial" panose="020B0604020202020204" pitchFamily="34" charset="0"/>
            </a:endParaRPr>
          </a:p>
          <a:p>
            <a:pPr marL="0" indent="0">
              <a:lnSpc>
                <a:spcPct val="0"/>
              </a:lnSpc>
            </a:pPr>
            <a:endParaRPr lang="en-GB" sz="1000" dirty="0">
              <a:latin typeface="+mn-lt"/>
              <a:cs typeface="Arial" panose="020B0604020202020204" pitchFamily="34" charset="0"/>
            </a:endParaRPr>
          </a:p>
          <a:p>
            <a:pPr marL="0" indent="0">
              <a:lnSpc>
                <a:spcPct val="100000"/>
              </a:lnSpc>
            </a:pPr>
            <a:r>
              <a:rPr lang="en-GB" sz="1000" dirty="0">
                <a:latin typeface="+mn-lt"/>
                <a:cs typeface="Arial" panose="020B0604020202020204" pitchFamily="34" charset="0"/>
              </a:rPr>
              <a:t>Target based on 50% reduction requirements for 2024 – 2025 Actual = £ xxxx TBC</a:t>
            </a:r>
          </a:p>
          <a:p>
            <a:pPr marL="171450" indent="-171450">
              <a:lnSpc>
                <a:spcPct val="0"/>
              </a:lnSpc>
              <a:buFont typeface="Arial" panose="020B0604020202020204" pitchFamily="34" charset="0"/>
              <a:buChar char="•"/>
            </a:pPr>
            <a:endParaRPr lang="en-GB" sz="1000" dirty="0">
              <a:latin typeface="+mn-lt"/>
              <a:cs typeface="Arial" panose="020B0604020202020204" pitchFamily="34" charset="0"/>
            </a:endParaRPr>
          </a:p>
          <a:p>
            <a:pPr marL="171450" indent="-171450">
              <a:lnSpc>
                <a:spcPct val="0"/>
              </a:lnSpc>
              <a:buFont typeface="Arial" panose="020B0604020202020204" pitchFamily="34" charset="0"/>
              <a:buChar char="•"/>
            </a:pPr>
            <a:endParaRPr lang="en-GB" sz="1000" dirty="0">
              <a:latin typeface="+mn-lt"/>
              <a:cs typeface="Arial" panose="020B0604020202020204" pitchFamily="34" charset="0"/>
            </a:endParaRPr>
          </a:p>
        </p:txBody>
      </p:sp>
      <p:sp>
        <p:nvSpPr>
          <p:cNvPr id="19" name="Content Placeholder 2">
            <a:extLst>
              <a:ext uri="{FF2B5EF4-FFF2-40B4-BE49-F238E27FC236}">
                <a16:creationId xmlns:a16="http://schemas.microsoft.com/office/drawing/2014/main" id="{B23260F5-C273-25CF-ABB1-66EB2D7B426B}"/>
              </a:ext>
            </a:extLst>
          </p:cNvPr>
          <p:cNvSpPr txBox="1">
            <a:spLocks/>
          </p:cNvSpPr>
          <p:nvPr/>
        </p:nvSpPr>
        <p:spPr>
          <a:xfrm>
            <a:off x="3228720" y="3568880"/>
            <a:ext cx="2879999" cy="3087436"/>
          </a:xfrm>
          <a:prstGeom prst="rect">
            <a:avLst/>
          </a:prstGeom>
          <a:ln>
            <a:solidFill>
              <a:schemeClr val="bg2"/>
            </a:solidFill>
          </a:ln>
        </p:spPr>
        <p:txBody>
          <a:bodyPr vert="horz" lIns="91440" tIns="45720" rIns="91440" bIns="45720" rtlCol="0">
            <a:normAutofit/>
          </a:bodyPr>
          <a:lstStyle>
            <a:lvl1pPr marL="91679" indent="-91679" algn="l" defTabSz="685766" rtl="0" eaLnBrk="1" latinLnBrk="0" hangingPunct="1">
              <a:lnSpc>
                <a:spcPct val="90000"/>
              </a:lnSpc>
              <a:spcBef>
                <a:spcPts val="750"/>
              </a:spcBef>
              <a:buSzPct val="90000"/>
              <a:buFont typeface="Arial"/>
              <a:buNone/>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270272" indent="0" algn="r" defTabSz="685766" rtl="0" eaLnBrk="1" latinLnBrk="0" hangingPunct="1">
              <a:lnSpc>
                <a:spcPct val="90000"/>
              </a:lnSpc>
              <a:spcBef>
                <a:spcPts val="375"/>
              </a:spcBef>
              <a:buSzPct val="90000"/>
              <a:buFont typeface="Arial"/>
              <a:buNone/>
              <a:defRPr sz="135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90000"/>
              </a:lnSpc>
              <a:spcBef>
                <a:spcPts val="375"/>
              </a:spcBef>
              <a:buSzPct val="90000"/>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90000"/>
              </a:lnSpc>
              <a:spcBef>
                <a:spcPts val="375"/>
              </a:spcBef>
              <a:buSzPct val="90000"/>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90000"/>
              </a:lnSpc>
              <a:spcBef>
                <a:spcPts val="375"/>
              </a:spcBef>
              <a:buSzPct val="90000"/>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lnSpc>
                <a:spcPct val="0"/>
              </a:lnSpc>
            </a:pPr>
            <a:endParaRPr lang="en-GB" sz="1100" dirty="0">
              <a:latin typeface="Arial" panose="020B0604020202020204" pitchFamily="34" charset="0"/>
              <a:cs typeface="Arial" panose="020B0604020202020204" pitchFamily="34" charset="0"/>
            </a:endParaRPr>
          </a:p>
          <a:p>
            <a:pPr algn="ctr">
              <a:lnSpc>
                <a:spcPct val="50000"/>
              </a:lnSpc>
            </a:pPr>
            <a:r>
              <a:rPr lang="en-GB" sz="1000" dirty="0">
                <a:latin typeface="+mn-lt"/>
                <a:cs typeface="Arial" panose="020B0604020202020204" pitchFamily="34" charset="0"/>
              </a:rPr>
              <a:t>Weekly Target = £400</a:t>
            </a:r>
          </a:p>
          <a:p>
            <a:pPr algn="ctr">
              <a:lnSpc>
                <a:spcPct val="50000"/>
              </a:lnSpc>
            </a:pPr>
            <a:r>
              <a:rPr lang="en-GB" sz="1000" dirty="0">
                <a:latin typeface="+mn-lt"/>
                <a:cs typeface="Arial" panose="020B0604020202020204" pitchFamily="34" charset="0"/>
              </a:rPr>
              <a:t>Monthly Target = £1600</a:t>
            </a:r>
          </a:p>
          <a:p>
            <a:pPr algn="ctr">
              <a:lnSpc>
                <a:spcPct val="50000"/>
              </a:lnSpc>
            </a:pPr>
            <a:r>
              <a:rPr lang="en-GB" sz="1000" dirty="0">
                <a:latin typeface="+mn-lt"/>
                <a:cs typeface="Arial" panose="020B0604020202020204" pitchFamily="34" charset="0"/>
              </a:rPr>
              <a:t>Target for the year = &lt; £4800</a:t>
            </a:r>
          </a:p>
          <a:p>
            <a:pPr algn="ctr">
              <a:lnSpc>
                <a:spcPct val="50000"/>
              </a:lnSpc>
            </a:pPr>
            <a:r>
              <a:rPr lang="en-GB" sz="1000" dirty="0">
                <a:latin typeface="+mn-lt"/>
                <a:cs typeface="Arial" panose="020B0604020202020204" pitchFamily="34" charset="0"/>
              </a:rPr>
              <a:t>Total £{{S10_REWORK_WK_GBP}}</a:t>
            </a:r>
          </a:p>
          <a:p>
            <a:pPr marL="0" indent="0">
              <a:lnSpc>
                <a:spcPct val="50000"/>
              </a:lnSpc>
            </a:pPr>
            <a:r>
              <a:rPr lang="en-GB" sz="1000" dirty="0">
                <a:latin typeface="+mn-lt"/>
                <a:cs typeface="Arial" panose="020B0604020202020204" pitchFamily="34" charset="0"/>
              </a:rPr>
              <a:t>Monthly Actual to date = £{{S10_REWORK_MO_GBP}}</a:t>
            </a:r>
          </a:p>
          <a:p>
            <a:pPr marL="0" indent="0">
              <a:lnSpc>
                <a:spcPct val="50000"/>
              </a:lnSpc>
            </a:pPr>
            <a:endParaRPr lang="en-GB" sz="1000" dirty="0">
              <a:latin typeface="+mn-lt"/>
              <a:cs typeface="Arial" panose="020B0604020202020204" pitchFamily="34" charset="0"/>
            </a:endParaRPr>
          </a:p>
          <a:p>
            <a:pPr marL="0" indent="0">
              <a:lnSpc>
                <a:spcPct val="0"/>
              </a:lnSpc>
            </a:pPr>
            <a:r>
              <a:rPr lang="en-GB" sz="1000" dirty="0">
                <a:latin typeface="+mn-lt"/>
                <a:cs typeface="Arial" panose="020B0604020202020204" pitchFamily="34" charset="0"/>
              </a:rPr>
              <a:t>Top 3 Pt No. and Issues</a:t>
            </a:r>
          </a:p>
          <a:p>
            <a:pPr marL="0" indent="0">
              <a:lnSpc>
                <a:spcPct val="0"/>
              </a:lnSpc>
            </a:pPr>
            <a:endParaRPr lang="en-GB" sz="1000" dirty="0">
              <a:latin typeface="+mn-lt"/>
              <a:cs typeface="Arial" panose="020B0604020202020204" pitchFamily="34" charset="0"/>
            </a:endParaRPr>
          </a:p>
          <a:p>
            <a:pPr marL="0" indent="0">
              <a:lnSpc>
                <a:spcPct val="0"/>
              </a:lnSpc>
            </a:pPr>
            <a:endParaRPr lang="en-GB" sz="1000" dirty="0">
              <a:latin typeface="+mn-lt"/>
              <a:cs typeface="Arial" panose="020B0604020202020204" pitchFamily="34" charset="0"/>
            </a:endParaRPr>
          </a:p>
          <a:p>
            <a:pPr marL="0" indent="0">
              <a:lnSpc>
                <a:spcPct val="100000"/>
              </a:lnSpc>
            </a:pPr>
            <a:r>
              <a:rPr lang="en-GB" sz="1000" dirty="0">
                <a:latin typeface="+mn-lt"/>
                <a:cs typeface="Arial" panose="020B0604020202020204" pitchFamily="34" charset="0"/>
              </a:rPr>
              <a:t>Target based on 50% reduction requirements for 2024 – 2025 Actual = £ xxxx TBC</a:t>
            </a:r>
          </a:p>
          <a:p>
            <a:pPr marL="171450" indent="-171450">
              <a:lnSpc>
                <a:spcPct val="0"/>
              </a:lnSpc>
              <a:buFont typeface="Arial" panose="020B0604020202020204" pitchFamily="34" charset="0"/>
              <a:buChar char="•"/>
            </a:pPr>
            <a:endParaRPr lang="en-GB" sz="1000" dirty="0">
              <a:latin typeface="+mn-lt"/>
              <a:cs typeface="Arial" panose="020B0604020202020204" pitchFamily="34" charset="0"/>
            </a:endParaRPr>
          </a:p>
        </p:txBody>
      </p:sp>
      <p:sp>
        <p:nvSpPr>
          <p:cNvPr id="20" name="Content Placeholder 2">
            <a:extLst>
              <a:ext uri="{FF2B5EF4-FFF2-40B4-BE49-F238E27FC236}">
                <a16:creationId xmlns:a16="http://schemas.microsoft.com/office/drawing/2014/main" id="{FFB6138E-87BE-20AC-C5D2-31DEBAD87338}"/>
              </a:ext>
            </a:extLst>
          </p:cNvPr>
          <p:cNvSpPr txBox="1">
            <a:spLocks/>
          </p:cNvSpPr>
          <p:nvPr/>
        </p:nvSpPr>
        <p:spPr>
          <a:xfrm>
            <a:off x="6213544" y="3568880"/>
            <a:ext cx="2879999" cy="3087436"/>
          </a:xfrm>
          <a:prstGeom prst="rect">
            <a:avLst/>
          </a:prstGeom>
          <a:ln>
            <a:solidFill>
              <a:schemeClr val="bg2"/>
            </a:solidFill>
          </a:ln>
        </p:spPr>
        <p:txBody>
          <a:bodyPr vert="horz" lIns="91440" tIns="45720" rIns="91440" bIns="45720" rtlCol="0">
            <a:normAutofit/>
          </a:bodyPr>
          <a:lstStyle>
            <a:lvl1pPr marL="91679" indent="-91679" algn="l" defTabSz="685766" rtl="0" eaLnBrk="1" latinLnBrk="0" hangingPunct="1">
              <a:lnSpc>
                <a:spcPct val="90000"/>
              </a:lnSpc>
              <a:spcBef>
                <a:spcPts val="750"/>
              </a:spcBef>
              <a:buSzPct val="90000"/>
              <a:buFont typeface="Arial"/>
              <a:buNone/>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270272" indent="0" algn="r" defTabSz="685766" rtl="0" eaLnBrk="1" latinLnBrk="0" hangingPunct="1">
              <a:lnSpc>
                <a:spcPct val="90000"/>
              </a:lnSpc>
              <a:spcBef>
                <a:spcPts val="375"/>
              </a:spcBef>
              <a:buSzPct val="90000"/>
              <a:buFont typeface="Arial"/>
              <a:buNone/>
              <a:defRPr sz="135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90000"/>
              </a:lnSpc>
              <a:spcBef>
                <a:spcPts val="375"/>
              </a:spcBef>
              <a:buSzPct val="90000"/>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90000"/>
              </a:lnSpc>
              <a:spcBef>
                <a:spcPts val="375"/>
              </a:spcBef>
              <a:buSzPct val="90000"/>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90000"/>
              </a:lnSpc>
              <a:spcBef>
                <a:spcPts val="375"/>
              </a:spcBef>
              <a:buSzPct val="90000"/>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lnSpc>
                <a:spcPct val="0"/>
              </a:lnSpc>
            </a:pPr>
            <a:endParaRPr lang="en-GB" sz="1100" dirty="0">
              <a:latin typeface="Arial" panose="020B0604020202020204" pitchFamily="34" charset="0"/>
              <a:cs typeface="Arial" panose="020B0604020202020204" pitchFamily="34" charset="0"/>
            </a:endParaRPr>
          </a:p>
          <a:p>
            <a:pPr algn="ctr">
              <a:lnSpc>
                <a:spcPct val="50000"/>
              </a:lnSpc>
            </a:pPr>
            <a:r>
              <a:rPr lang="en-GB" sz="1000" dirty="0">
                <a:latin typeface="+mn-lt"/>
                <a:cs typeface="Arial" panose="020B0604020202020204" pitchFamily="34" charset="0"/>
              </a:rPr>
              <a:t>Weekly Target = £500</a:t>
            </a:r>
          </a:p>
          <a:p>
            <a:pPr algn="ctr">
              <a:lnSpc>
                <a:spcPct val="50000"/>
              </a:lnSpc>
            </a:pPr>
            <a:r>
              <a:rPr lang="en-GB" sz="1000" dirty="0">
                <a:latin typeface="+mn-lt"/>
                <a:cs typeface="Arial" panose="020B0604020202020204" pitchFamily="34" charset="0"/>
              </a:rPr>
              <a:t>Monthly Target = £500</a:t>
            </a:r>
          </a:p>
          <a:p>
            <a:pPr algn="ctr">
              <a:lnSpc>
                <a:spcPct val="50000"/>
              </a:lnSpc>
            </a:pPr>
            <a:r>
              <a:rPr lang="en-GB" sz="1000" dirty="0">
                <a:latin typeface="+mn-lt"/>
                <a:cs typeface="Arial" panose="020B0604020202020204" pitchFamily="34" charset="0"/>
              </a:rPr>
              <a:t>Target for the year = &lt; £6000</a:t>
            </a:r>
          </a:p>
          <a:p>
            <a:pPr algn="ctr">
              <a:lnSpc>
                <a:spcPct val="50000"/>
              </a:lnSpc>
            </a:pPr>
            <a:r>
              <a:rPr lang="en-GB" sz="1000" dirty="0">
                <a:latin typeface="+mn-lt"/>
                <a:cs typeface="Arial" panose="020B0604020202020204" pitchFamily="34" charset="0"/>
              </a:rPr>
              <a:t>Total £{{S10_CONC_WK_GBP}}</a:t>
            </a:r>
          </a:p>
          <a:p>
            <a:pPr algn="ctr">
              <a:lnSpc>
                <a:spcPct val="50000"/>
              </a:lnSpc>
            </a:pPr>
            <a:endParaRPr lang="en-GB" sz="1000" dirty="0">
              <a:latin typeface="+mn-lt"/>
              <a:cs typeface="Arial" panose="020B0604020202020204" pitchFamily="34" charset="0"/>
            </a:endParaRPr>
          </a:p>
          <a:p>
            <a:pPr marL="0" indent="0">
              <a:lnSpc>
                <a:spcPct val="50000"/>
              </a:lnSpc>
            </a:pPr>
            <a:r>
              <a:rPr lang="en-GB" sz="1000" dirty="0">
                <a:latin typeface="+mn-lt"/>
                <a:cs typeface="Arial" panose="020B0604020202020204" pitchFamily="34" charset="0"/>
              </a:rPr>
              <a:t>Monthly Actual to date = £{{S10_CONC_MO_GBP}}</a:t>
            </a:r>
          </a:p>
          <a:p>
            <a:pPr marL="0" indent="0">
              <a:lnSpc>
                <a:spcPct val="50000"/>
              </a:lnSpc>
            </a:pPr>
            <a:endParaRPr lang="en-GB" sz="1000" dirty="0">
              <a:latin typeface="+mn-lt"/>
              <a:cs typeface="Arial" panose="020B0604020202020204" pitchFamily="34" charset="0"/>
            </a:endParaRPr>
          </a:p>
          <a:p>
            <a:pPr marL="0" indent="0">
              <a:lnSpc>
                <a:spcPct val="0"/>
              </a:lnSpc>
            </a:pPr>
            <a:r>
              <a:rPr lang="en-GB" sz="1000" dirty="0">
                <a:latin typeface="+mn-lt"/>
                <a:cs typeface="Arial" panose="020B0604020202020204" pitchFamily="34" charset="0"/>
              </a:rPr>
              <a:t>Top 3 Pt No. and Issues</a:t>
            </a:r>
          </a:p>
          <a:p>
            <a:pPr marL="0" indent="0">
              <a:lnSpc>
                <a:spcPct val="0"/>
              </a:lnSpc>
            </a:pPr>
            <a:endParaRPr lang="en-GB" sz="1000" dirty="0">
              <a:latin typeface="+mn-lt"/>
              <a:cs typeface="Arial" panose="020B0604020202020204" pitchFamily="34" charset="0"/>
            </a:endParaRPr>
          </a:p>
          <a:p>
            <a:pPr marL="171450" indent="-171450">
              <a:lnSpc>
                <a:spcPct val="0"/>
              </a:lnSpc>
              <a:buFont typeface="Arial" panose="020B0604020202020204" pitchFamily="34" charset="0"/>
              <a:buChar char="•"/>
            </a:pPr>
            <a:r>
              <a:rPr lang="en-GB" sz="1000" dirty="0">
                <a:latin typeface="+mn-lt"/>
                <a:cs typeface="Arial" panose="020B0604020202020204" pitchFamily="34" charset="0"/>
              </a:rPr>
              <a:t>No cost affected by concession so far in 2025</a:t>
            </a:r>
          </a:p>
          <a:p>
            <a:pPr marL="0" indent="0">
              <a:lnSpc>
                <a:spcPct val="100000"/>
              </a:lnSpc>
            </a:pPr>
            <a:r>
              <a:rPr lang="en-GB" sz="1000" dirty="0">
                <a:latin typeface="+mn-lt"/>
                <a:cs typeface="Arial" panose="020B0604020202020204" pitchFamily="34" charset="0"/>
              </a:rPr>
              <a:t>Target based on 50% reduction requirements for 2024 – 2025 Actual = £ xxxx TBC</a:t>
            </a:r>
          </a:p>
          <a:p>
            <a:pPr marL="171450" indent="-171450">
              <a:lnSpc>
                <a:spcPct val="0"/>
              </a:lnSpc>
              <a:buFont typeface="Arial" panose="020B0604020202020204" pitchFamily="34" charset="0"/>
              <a:buChar char="•"/>
            </a:pPr>
            <a:endParaRPr lang="en-GB" sz="1000" dirty="0">
              <a:latin typeface="+mn-lt"/>
              <a:cs typeface="Arial" panose="020B0604020202020204" pitchFamily="34" charset="0"/>
            </a:endParaRPr>
          </a:p>
        </p:txBody>
      </p:sp>
      <p:graphicFrame>
        <p:nvGraphicFramePr>
          <p:cNvPr id="5" name="Chart 4">
            <a:extLst>
              <a:ext uri="{FF2B5EF4-FFF2-40B4-BE49-F238E27FC236}">
                <a16:creationId xmlns:a16="http://schemas.microsoft.com/office/drawing/2014/main" id="{EC1EC485-DFCC-40F2-8B4D-C151F5DA5ADC}"/>
              </a:ext>
            </a:extLst>
          </p:cNvPr>
          <p:cNvGraphicFramePr>
            <a:graphicFrameLocks/>
          </p:cNvGraphicFramePr>
          <p:nvPr>
            <p:extLst>
              <p:ext uri="{D42A27DB-BD31-4B8C-83A1-F6EECF244321}">
                <p14:modId xmlns:p14="http://schemas.microsoft.com/office/powerpoint/2010/main" val="778184049"/>
              </p:ext>
            </p:extLst>
          </p:nvPr>
        </p:nvGraphicFramePr>
        <p:xfrm>
          <a:off x="6207058" y="1371283"/>
          <a:ext cx="2867025" cy="20555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C7347D1-9880-489F-A3A0-8D6FEC32557A}"/>
              </a:ext>
            </a:extLst>
          </p:cNvPr>
          <p:cNvGraphicFramePr>
            <a:graphicFrameLocks/>
          </p:cNvGraphicFramePr>
          <p:nvPr>
            <p:extLst>
              <p:ext uri="{D42A27DB-BD31-4B8C-83A1-F6EECF244321}">
                <p14:modId xmlns:p14="http://schemas.microsoft.com/office/powerpoint/2010/main" val="39766599"/>
              </p:ext>
            </p:extLst>
          </p:nvPr>
        </p:nvGraphicFramePr>
        <p:xfrm>
          <a:off x="3228720" y="1371283"/>
          <a:ext cx="2867025" cy="20555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14F18E89-16CB-4422-A213-01C3286F01C5}"/>
              </a:ext>
            </a:extLst>
          </p:cNvPr>
          <p:cNvGraphicFramePr>
            <a:graphicFrameLocks/>
          </p:cNvGraphicFramePr>
          <p:nvPr>
            <p:extLst>
              <p:ext uri="{D42A27DB-BD31-4B8C-83A1-F6EECF244321}">
                <p14:modId xmlns:p14="http://schemas.microsoft.com/office/powerpoint/2010/main" val="4033324134"/>
              </p:ext>
            </p:extLst>
          </p:nvPr>
        </p:nvGraphicFramePr>
        <p:xfrm>
          <a:off x="250382" y="1371283"/>
          <a:ext cx="2867025" cy="20555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08220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ADB5A-FD42-908C-F54F-7BF2C9B6849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273F586-7ADF-F18A-7810-64AE2D0511B2}"/>
              </a:ext>
            </a:extLst>
          </p:cNvPr>
          <p:cNvSpPr>
            <a:spLocks noGrp="1"/>
          </p:cNvSpPr>
          <p:nvPr>
            <p:ph type="body" idx="1"/>
          </p:nvPr>
        </p:nvSpPr>
        <p:spPr>
          <a:xfrm>
            <a:off x="626364" y="348337"/>
            <a:ext cx="3868340" cy="338818"/>
          </a:xfrm>
        </p:spPr>
        <p:txBody>
          <a:bodyPr>
            <a:normAutofit/>
          </a:bodyPr>
          <a:lstStyle/>
          <a:p>
            <a:r>
              <a:rPr lang="en-GB" b="0" dirty="0"/>
              <a:t>KPI – Analysis by Element</a:t>
            </a:r>
          </a:p>
        </p:txBody>
      </p:sp>
      <p:sp>
        <p:nvSpPr>
          <p:cNvPr id="5" name="Text Placeholder 4">
            <a:extLst>
              <a:ext uri="{FF2B5EF4-FFF2-40B4-BE49-F238E27FC236}">
                <a16:creationId xmlns:a16="http://schemas.microsoft.com/office/drawing/2014/main" id="{F79A7CB9-B317-7C92-1E07-7044B8ED1114}"/>
              </a:ext>
            </a:extLst>
          </p:cNvPr>
          <p:cNvSpPr>
            <a:spLocks noGrp="1"/>
          </p:cNvSpPr>
          <p:nvPr>
            <p:ph type="body" sz="quarter" idx="3"/>
          </p:nvPr>
        </p:nvSpPr>
        <p:spPr>
          <a:xfrm>
            <a:off x="4846438" y="348337"/>
            <a:ext cx="3887391" cy="338818"/>
          </a:xfrm>
        </p:spPr>
        <p:txBody>
          <a:bodyPr>
            <a:normAutofit/>
          </a:bodyPr>
          <a:lstStyle/>
          <a:p>
            <a:r>
              <a:rPr lang="en-GB" b="0" dirty="0"/>
              <a:t>KPI – Analysis by Sub-Element</a:t>
            </a:r>
          </a:p>
        </p:txBody>
      </p:sp>
      <p:sp>
        <p:nvSpPr>
          <p:cNvPr id="7" name="Slide Number Placeholder 6">
            <a:extLst>
              <a:ext uri="{FF2B5EF4-FFF2-40B4-BE49-F238E27FC236}">
                <a16:creationId xmlns:a16="http://schemas.microsoft.com/office/drawing/2014/main" id="{E64BB9A7-B185-C933-2918-E5020F23E273}"/>
              </a:ext>
            </a:extLst>
          </p:cNvPr>
          <p:cNvSpPr>
            <a:spLocks noGrp="1"/>
          </p:cNvSpPr>
          <p:nvPr>
            <p:ph type="sldNum" sz="quarter" idx="12"/>
          </p:nvPr>
        </p:nvSpPr>
        <p:spPr/>
        <p:txBody>
          <a:bodyPr/>
          <a:lstStyle/>
          <a:p>
            <a:fld id="{5DB319D9-D2FD-284E-84AD-40610CA482F1}" type="slidenum">
              <a:rPr lang="en-US" smtClean="0"/>
              <a:t>11</a:t>
            </a:fld>
            <a:endParaRPr lang="en-US"/>
          </a:p>
        </p:txBody>
      </p:sp>
      <p:sp>
        <p:nvSpPr>
          <p:cNvPr id="8" name="Title 3">
            <a:extLst>
              <a:ext uri="{FF2B5EF4-FFF2-40B4-BE49-F238E27FC236}">
                <a16:creationId xmlns:a16="http://schemas.microsoft.com/office/drawing/2014/main" id="{308A2D97-2A86-4668-552C-1285D5D5F2A1}"/>
              </a:ext>
            </a:extLst>
          </p:cNvPr>
          <p:cNvSpPr>
            <a:spLocks noGrp="1"/>
          </p:cNvSpPr>
          <p:nvPr>
            <p:ph type="title"/>
          </p:nvPr>
        </p:nvSpPr>
        <p:spPr>
          <a:xfrm>
            <a:off x="185171" y="825"/>
            <a:ext cx="7935571" cy="359114"/>
          </a:xfrm>
        </p:spPr>
        <p:txBody>
          <a:bodyPr>
            <a:normAutofit fontScale="90000"/>
          </a:bodyPr>
          <a:lstStyle/>
          <a:p>
            <a:r>
              <a:rPr lang="en-US" sz="1800" dirty="0">
                <a:latin typeface="Corbel"/>
              </a:rPr>
              <a:t>Site: Bi-Weekly Ops – Compliance Performance Update –</a:t>
            </a:r>
            <a:r>
              <a:rPr lang="en-US" sz="1800" dirty="0" err="1">
                <a:latin typeface="Corbel"/>
              </a:rPr>
              <a:t>Wk</a:t>
            </a:r>
            <a:r>
              <a:rPr lang="en-US" sz="1800" dirty="0">
                <a:latin typeface="Corbel"/>
              </a:rPr>
              <a:t> {{WK_NUM_PREV}}</a:t>
            </a:r>
            <a:endParaRPr lang="en-GB" sz="1800" dirty="0">
              <a:highlight>
                <a:srgbClr val="FFFF00"/>
              </a:highlight>
              <a:latin typeface="Corbel"/>
            </a:endParaRPr>
          </a:p>
        </p:txBody>
      </p:sp>
      <p:sp>
        <p:nvSpPr>
          <p:cNvPr id="9" name="Text Placeholder 2">
            <a:extLst>
              <a:ext uri="{FF2B5EF4-FFF2-40B4-BE49-F238E27FC236}">
                <a16:creationId xmlns:a16="http://schemas.microsoft.com/office/drawing/2014/main" id="{70A06335-CD00-00E2-94A6-5425CD9171E7}"/>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C8D0FFEB-014A-CE40-402D-98F3207B5720}"/>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11" name="Content Placeholder 3">
            <a:extLst>
              <a:ext uri="{FF2B5EF4-FFF2-40B4-BE49-F238E27FC236}">
                <a16:creationId xmlns:a16="http://schemas.microsoft.com/office/drawing/2014/main" id="{11A0D2BC-F447-B987-B4AF-FA5CBFD31CCC}"/>
              </a:ext>
            </a:extLst>
          </p:cNvPr>
          <p:cNvSpPr txBox="1">
            <a:spLocks/>
          </p:cNvSpPr>
          <p:nvPr/>
        </p:nvSpPr>
        <p:spPr>
          <a:xfrm>
            <a:off x="626364" y="3631068"/>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DB4A30F3-EB6A-5E00-F272-BFFFDEA9C9EF}"/>
              </a:ext>
            </a:extLst>
          </p:cNvPr>
          <p:cNvSpPr txBox="1">
            <a:spLocks/>
          </p:cNvSpPr>
          <p:nvPr/>
        </p:nvSpPr>
        <p:spPr>
          <a:xfrm>
            <a:off x="614286"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Analysis by Open v Closed.</a:t>
            </a:r>
          </a:p>
        </p:txBody>
      </p:sp>
      <p:sp>
        <p:nvSpPr>
          <p:cNvPr id="23" name="Text Placeholder 4">
            <a:extLst>
              <a:ext uri="{FF2B5EF4-FFF2-40B4-BE49-F238E27FC236}">
                <a16:creationId xmlns:a16="http://schemas.microsoft.com/office/drawing/2014/main" id="{2704D305-446C-825C-6B8B-67837B77140D}"/>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Summary of Actions to improve</a:t>
            </a:r>
          </a:p>
        </p:txBody>
      </p:sp>
      <p:graphicFrame>
        <p:nvGraphicFramePr>
          <p:cNvPr id="14" name="Content Placeholder 1">
            <a:extLst>
              <a:ext uri="{FF2B5EF4-FFF2-40B4-BE49-F238E27FC236}">
                <a16:creationId xmlns:a16="http://schemas.microsoft.com/office/drawing/2014/main" id="{9998FD88-3270-854F-AE6B-A98DCE7AE5CB}"/>
              </a:ext>
            </a:extLst>
          </p:cNvPr>
          <p:cNvGraphicFramePr>
            <a:graphicFrameLocks/>
          </p:cNvGraphicFramePr>
          <p:nvPr>
            <p:extLst>
              <p:ext uri="{D42A27DB-BD31-4B8C-83A1-F6EECF244321}">
                <p14:modId xmlns:p14="http://schemas.microsoft.com/office/powerpoint/2010/main" val="2851531945"/>
              </p:ext>
            </p:extLst>
          </p:nvPr>
        </p:nvGraphicFramePr>
        <p:xfrm>
          <a:off x="4572000" y="3849250"/>
          <a:ext cx="4494702" cy="1884680"/>
        </p:xfrm>
        <a:graphic>
          <a:graphicData uri="http://schemas.openxmlformats.org/drawingml/2006/table">
            <a:tbl>
              <a:tblPr firstRow="1" bandRow="1">
                <a:tableStyleId>{00A15C55-8517-42AA-B614-E9B94910E393}</a:tableStyleId>
              </a:tblPr>
              <a:tblGrid>
                <a:gridCol w="500705">
                  <a:extLst>
                    <a:ext uri="{9D8B030D-6E8A-4147-A177-3AD203B41FA5}">
                      <a16:colId xmlns:a16="http://schemas.microsoft.com/office/drawing/2014/main" val="2202721098"/>
                    </a:ext>
                  </a:extLst>
                </a:gridCol>
                <a:gridCol w="733944">
                  <a:extLst>
                    <a:ext uri="{9D8B030D-6E8A-4147-A177-3AD203B41FA5}">
                      <a16:colId xmlns:a16="http://schemas.microsoft.com/office/drawing/2014/main" val="1421875135"/>
                    </a:ext>
                  </a:extLst>
                </a:gridCol>
                <a:gridCol w="1995276">
                  <a:extLst>
                    <a:ext uri="{9D8B030D-6E8A-4147-A177-3AD203B41FA5}">
                      <a16:colId xmlns:a16="http://schemas.microsoft.com/office/drawing/2014/main" val="317231456"/>
                    </a:ext>
                  </a:extLst>
                </a:gridCol>
                <a:gridCol w="611413">
                  <a:extLst>
                    <a:ext uri="{9D8B030D-6E8A-4147-A177-3AD203B41FA5}">
                      <a16:colId xmlns:a16="http://schemas.microsoft.com/office/drawing/2014/main" val="1994850646"/>
                    </a:ext>
                  </a:extLst>
                </a:gridCol>
                <a:gridCol w="653364">
                  <a:extLst>
                    <a:ext uri="{9D8B030D-6E8A-4147-A177-3AD203B41FA5}">
                      <a16:colId xmlns:a16="http://schemas.microsoft.com/office/drawing/2014/main" val="4081782946"/>
                    </a:ext>
                  </a:extLst>
                </a:gridCol>
              </a:tblGrid>
              <a:tr h="370840">
                <a:tc>
                  <a:txBody>
                    <a:bodyPr/>
                    <a:lstStyle/>
                    <a:p>
                      <a:pPr algn="ctr"/>
                      <a:r>
                        <a:rPr lang="en-GB" sz="1050" dirty="0"/>
                        <a:t>IRP /NC #</a:t>
                      </a:r>
                    </a:p>
                  </a:txBody>
                  <a:tcPr anchor="ctr"/>
                </a:tc>
                <a:tc>
                  <a:txBody>
                    <a:bodyPr/>
                    <a:lstStyle/>
                    <a:p>
                      <a:pPr algn="ctr"/>
                      <a:r>
                        <a:rPr lang="en-GB" sz="1050" dirty="0"/>
                        <a:t>RC Code / concern</a:t>
                      </a:r>
                    </a:p>
                  </a:txBody>
                  <a:tcPr anchor="ctr"/>
                </a:tc>
                <a:tc>
                  <a:txBody>
                    <a:bodyPr/>
                    <a:lstStyle/>
                    <a:p>
                      <a:pPr algn="ctr"/>
                      <a:r>
                        <a:rPr lang="en-GB" sz="1050"/>
                        <a:t>Action</a:t>
                      </a:r>
                    </a:p>
                  </a:txBody>
                  <a:tcPr anchor="ctr"/>
                </a:tc>
                <a:tc>
                  <a:txBody>
                    <a:bodyPr/>
                    <a:lstStyle/>
                    <a:p>
                      <a:pPr algn="ctr"/>
                      <a:r>
                        <a:rPr lang="en-GB" sz="1050"/>
                        <a:t>Owner</a:t>
                      </a:r>
                    </a:p>
                  </a:txBody>
                  <a:tcPr anchor="ctr"/>
                </a:tc>
                <a:tc>
                  <a:txBody>
                    <a:bodyPr/>
                    <a:lstStyle/>
                    <a:p>
                      <a:pPr algn="ctr"/>
                      <a:r>
                        <a:rPr lang="en-GB" sz="1050"/>
                        <a:t>Comp. Date</a:t>
                      </a:r>
                    </a:p>
                  </a:txBody>
                  <a:tcPr anchor="ctr"/>
                </a:tc>
                <a:extLst>
                  <a:ext uri="{0D108BD9-81ED-4DB2-BD59-A6C34878D82A}">
                    <a16:rowId xmlns:a16="http://schemas.microsoft.com/office/drawing/2014/main" val="791109035"/>
                  </a:ext>
                </a:extLst>
              </a:tr>
              <a:tr h="370840">
                <a:tc>
                  <a:txBody>
                    <a:bodyPr/>
                    <a:lstStyle/>
                    <a:p>
                      <a:pPr algn="ctr"/>
                      <a:r>
                        <a:rPr lang="en-GB" sz="1050" dirty="0"/>
                        <a:t>N/A</a:t>
                      </a:r>
                    </a:p>
                  </a:txBody>
                  <a:tcPr anchor="ctr"/>
                </a:tc>
                <a:tc>
                  <a:txBody>
                    <a:bodyPr/>
                    <a:lstStyle/>
                    <a:p>
                      <a:pPr algn="ctr"/>
                      <a:r>
                        <a:rPr lang="en-GB" sz="1050" dirty="0"/>
                        <a:t>N/A</a:t>
                      </a:r>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GB" sz="1050" u="none" strike="noStrike" dirty="0">
                          <a:effectLst/>
                        </a:rPr>
                        <a:t>Weekly emails sent out with overdue actions to </a:t>
                      </a:r>
                      <a:r>
                        <a:rPr lang="en-GB" sz="1050" u="none" strike="noStrike">
                          <a:effectLst/>
                        </a:rPr>
                        <a:t>area managers.</a:t>
                      </a:r>
                      <a:endParaRPr lang="en-GB" sz="1050" b="0" i="0" u="none" strike="noStrike" dirty="0">
                        <a:solidFill>
                          <a:srgbClr val="000000"/>
                        </a:solidFill>
                        <a:effectLst/>
                        <a:latin typeface="Calibri" panose="020F0502020204030204" pitchFamily="34" charset="0"/>
                      </a:endParaRPr>
                    </a:p>
                  </a:txBody>
                  <a:tcPr anchor="ctr"/>
                </a:tc>
                <a:tc>
                  <a:txBody>
                    <a:bodyPr/>
                    <a:lstStyle/>
                    <a:p>
                      <a:pPr algn="ctr"/>
                      <a:r>
                        <a:rPr lang="en-GB" sz="1050" dirty="0"/>
                        <a:t>JS</a:t>
                      </a:r>
                    </a:p>
                  </a:txBody>
                  <a:tcPr anchor="ctr"/>
                </a:tc>
                <a:tc>
                  <a:txBody>
                    <a:bodyPr/>
                    <a:lstStyle/>
                    <a:p>
                      <a:pPr algn="ctr"/>
                      <a:endParaRPr lang="en-GB" sz="1050" dirty="0"/>
                    </a:p>
                  </a:txBody>
                  <a:tcPr anchor="ctr"/>
                </a:tc>
                <a:extLst>
                  <a:ext uri="{0D108BD9-81ED-4DB2-BD59-A6C34878D82A}">
                    <a16:rowId xmlns:a16="http://schemas.microsoft.com/office/drawing/2014/main" val="1578380095"/>
                  </a:ext>
                </a:extLst>
              </a:tr>
              <a:tr h="370840">
                <a:tc>
                  <a:txBody>
                    <a:bodyPr/>
                    <a:lstStyle/>
                    <a:p>
                      <a:pPr algn="ctr"/>
                      <a:endParaRPr lang="en-GB" sz="1050" dirty="0"/>
                    </a:p>
                  </a:txBody>
                  <a:tcPr anchor="ctr"/>
                </a:tc>
                <a:tc>
                  <a:txBody>
                    <a:bodyPr/>
                    <a:lstStyle/>
                    <a:p>
                      <a:pPr algn="ctr"/>
                      <a:endParaRPr lang="en-GB" sz="105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endParaRPr lang="en-GB" sz="1050" b="0" i="0" u="none" strike="noStrike" dirty="0">
                        <a:solidFill>
                          <a:srgbClr val="000000"/>
                        </a:solidFill>
                        <a:effectLst/>
                        <a:latin typeface="Calibri" panose="020F0502020204030204" pitchFamily="34" charset="0"/>
                      </a:endParaRPr>
                    </a:p>
                  </a:txBody>
                  <a:tcPr anchor="ctr"/>
                </a:tc>
                <a:tc>
                  <a:txBody>
                    <a:bodyPr/>
                    <a:lstStyle/>
                    <a:p>
                      <a:pPr algn="ctr"/>
                      <a:endParaRPr lang="en-GB" sz="1050" dirty="0"/>
                    </a:p>
                  </a:txBody>
                  <a:tcPr anchor="ctr"/>
                </a:tc>
                <a:tc>
                  <a:txBody>
                    <a:bodyPr/>
                    <a:lstStyle/>
                    <a:p>
                      <a:pPr algn="ctr"/>
                      <a:endParaRPr lang="en-GB" sz="1050" dirty="0"/>
                    </a:p>
                  </a:txBody>
                  <a:tcPr anchor="ctr"/>
                </a:tc>
                <a:extLst>
                  <a:ext uri="{0D108BD9-81ED-4DB2-BD59-A6C34878D82A}">
                    <a16:rowId xmlns:a16="http://schemas.microsoft.com/office/drawing/2014/main" val="2422996120"/>
                  </a:ext>
                </a:extLst>
              </a:tr>
              <a:tr h="370840">
                <a:tc>
                  <a:txBody>
                    <a:bodyPr/>
                    <a:lstStyle/>
                    <a:p>
                      <a:pPr algn="ctr"/>
                      <a:endParaRPr lang="en-GB" sz="1050" dirty="0"/>
                    </a:p>
                  </a:txBody>
                  <a:tcPr anchor="ctr"/>
                </a:tc>
                <a:tc>
                  <a:txBody>
                    <a:bodyPr/>
                    <a:lstStyle/>
                    <a:p>
                      <a:pPr algn="ctr"/>
                      <a:endParaRPr lang="en-GB" sz="1050" dirty="0"/>
                    </a:p>
                  </a:txBody>
                  <a:tcPr anchor="ctr"/>
                </a:tc>
                <a:tc>
                  <a:txBody>
                    <a:bodyPr/>
                    <a:lstStyle/>
                    <a:p>
                      <a:pPr marL="0" marR="0" lvl="0" indent="0" algn="ctr" defTabSz="685766" rtl="0" eaLnBrk="1" fontAlgn="auto" latinLnBrk="0" hangingPunct="1">
                        <a:lnSpc>
                          <a:spcPct val="100000"/>
                        </a:lnSpc>
                        <a:spcBef>
                          <a:spcPts val="0"/>
                        </a:spcBef>
                        <a:spcAft>
                          <a:spcPts val="0"/>
                        </a:spcAft>
                        <a:buClrTx/>
                        <a:buSzTx/>
                        <a:buFontTx/>
                        <a:buNone/>
                        <a:tabLst/>
                        <a:defRPr/>
                      </a:pPr>
                      <a:endParaRPr lang="en-GB" sz="1050" b="0" i="0" u="none" strike="noStrike" dirty="0">
                        <a:solidFill>
                          <a:srgbClr val="000000"/>
                        </a:solidFill>
                        <a:effectLst/>
                        <a:latin typeface="Calibri" panose="020F0502020204030204" pitchFamily="34" charset="0"/>
                      </a:endParaRPr>
                    </a:p>
                  </a:txBody>
                  <a:tcPr anchor="ctr"/>
                </a:tc>
                <a:tc>
                  <a:txBody>
                    <a:bodyPr/>
                    <a:lstStyle/>
                    <a:p>
                      <a:pPr algn="ctr"/>
                      <a:endParaRPr lang="en-GB" sz="1050" dirty="0"/>
                    </a:p>
                  </a:txBody>
                  <a:tcPr anchor="ctr"/>
                </a:tc>
                <a:tc>
                  <a:txBody>
                    <a:bodyPr/>
                    <a:lstStyle/>
                    <a:p>
                      <a:pPr algn="ctr"/>
                      <a:endParaRPr lang="en-GB" sz="1050" dirty="0"/>
                    </a:p>
                  </a:txBody>
                  <a:tcPr anchor="ctr"/>
                </a:tc>
                <a:extLst>
                  <a:ext uri="{0D108BD9-81ED-4DB2-BD59-A6C34878D82A}">
                    <a16:rowId xmlns:a16="http://schemas.microsoft.com/office/drawing/2014/main" val="1000451920"/>
                  </a:ext>
                </a:extLst>
              </a:tr>
            </a:tbl>
          </a:graphicData>
        </a:graphic>
      </p:graphicFrame>
      <p:graphicFrame>
        <p:nvGraphicFramePr>
          <p:cNvPr id="2" name="Chart 1">
            <a:extLst>
              <a:ext uri="{FF2B5EF4-FFF2-40B4-BE49-F238E27FC236}">
                <a16:creationId xmlns:a16="http://schemas.microsoft.com/office/drawing/2014/main" id="{4FA24EB8-949E-4579-8A9C-F5D1698C0BB4}"/>
              </a:ext>
            </a:extLst>
          </p:cNvPr>
          <p:cNvGraphicFramePr>
            <a:graphicFrameLocks/>
          </p:cNvGraphicFramePr>
          <p:nvPr>
            <p:extLst>
              <p:ext uri="{D42A27DB-BD31-4B8C-83A1-F6EECF244321}">
                <p14:modId xmlns:p14="http://schemas.microsoft.com/office/powerpoint/2010/main" val="3771855205"/>
              </p:ext>
            </p:extLst>
          </p:nvPr>
        </p:nvGraphicFramePr>
        <p:xfrm>
          <a:off x="185171" y="635056"/>
          <a:ext cx="4661267" cy="257345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F58C4BCC-6788-46AC-A597-52348739AD23}"/>
              </a:ext>
              <a:ext uri="{147F2762-F138-4A5C-976F-8EAC2B608ADB}">
                <a16:predDERef xmlns:a16="http://schemas.microsoft.com/office/drawing/2014/main" pred="{1CE3B4C3-59D4-43ED-B461-F2D18BB1B5B1}"/>
              </a:ext>
            </a:extLst>
          </p:cNvPr>
          <p:cNvGraphicFramePr>
            <a:graphicFrameLocks/>
          </p:cNvGraphicFramePr>
          <p:nvPr>
            <p:extLst>
              <p:ext uri="{D42A27DB-BD31-4B8C-83A1-F6EECF244321}">
                <p14:modId xmlns:p14="http://schemas.microsoft.com/office/powerpoint/2010/main" val="1432409731"/>
              </p:ext>
            </p:extLst>
          </p:nvPr>
        </p:nvGraphicFramePr>
        <p:xfrm>
          <a:off x="4482626" y="697146"/>
          <a:ext cx="4584076" cy="255527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A3448D94-6BA8-410D-A301-DEC232D2E878}"/>
              </a:ext>
              <a:ext uri="{147F2762-F138-4A5C-976F-8EAC2B608ADB}">
                <a16:predDERef xmlns:a16="http://schemas.microsoft.com/office/drawing/2014/main" pred="{8E845BC3-133D-403B-B031-23F586450426}"/>
              </a:ext>
            </a:extLst>
          </p:cNvPr>
          <p:cNvGraphicFramePr>
            <a:graphicFrameLocks/>
          </p:cNvGraphicFramePr>
          <p:nvPr>
            <p:extLst>
              <p:ext uri="{D42A27DB-BD31-4B8C-83A1-F6EECF244321}">
                <p14:modId xmlns:p14="http://schemas.microsoft.com/office/powerpoint/2010/main" val="2176430571"/>
              </p:ext>
            </p:extLst>
          </p:nvPr>
        </p:nvGraphicFramePr>
        <p:xfrm>
          <a:off x="185172" y="3725097"/>
          <a:ext cx="4309532" cy="302808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31067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C591D-6037-7F02-8E07-E9567D7569F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4D73C65-FCBC-2929-D99F-FFEE714057FA}"/>
              </a:ext>
            </a:extLst>
          </p:cNvPr>
          <p:cNvSpPr>
            <a:spLocks noGrp="1"/>
          </p:cNvSpPr>
          <p:nvPr>
            <p:ph type="body" idx="1"/>
          </p:nvPr>
        </p:nvSpPr>
        <p:spPr>
          <a:xfrm>
            <a:off x="626364" y="348337"/>
            <a:ext cx="3868340" cy="338818"/>
          </a:xfrm>
        </p:spPr>
        <p:txBody>
          <a:bodyPr/>
          <a:lstStyle/>
          <a:p>
            <a:r>
              <a:rPr lang="en-GB" b="0" dirty="0"/>
              <a:t>KPI – Scrap parts by month</a:t>
            </a:r>
          </a:p>
        </p:txBody>
      </p:sp>
      <p:sp>
        <p:nvSpPr>
          <p:cNvPr id="5" name="Text Placeholder 4">
            <a:extLst>
              <a:ext uri="{FF2B5EF4-FFF2-40B4-BE49-F238E27FC236}">
                <a16:creationId xmlns:a16="http://schemas.microsoft.com/office/drawing/2014/main" id="{1F61B8C2-D979-BED0-3184-B0C294AF5BE4}"/>
              </a:ext>
            </a:extLst>
          </p:cNvPr>
          <p:cNvSpPr>
            <a:spLocks noGrp="1"/>
          </p:cNvSpPr>
          <p:nvPr>
            <p:ph type="body" sz="quarter" idx="3"/>
          </p:nvPr>
        </p:nvSpPr>
        <p:spPr>
          <a:xfrm>
            <a:off x="4846438" y="348337"/>
            <a:ext cx="3887391" cy="338818"/>
          </a:xfrm>
        </p:spPr>
        <p:txBody>
          <a:bodyPr/>
          <a:lstStyle/>
          <a:p>
            <a:r>
              <a:rPr lang="en-GB" b="0"/>
              <a:t>KPI – Analysis by Part Number</a:t>
            </a:r>
          </a:p>
        </p:txBody>
      </p:sp>
      <p:sp>
        <p:nvSpPr>
          <p:cNvPr id="7" name="Slide Number Placeholder 6">
            <a:extLst>
              <a:ext uri="{FF2B5EF4-FFF2-40B4-BE49-F238E27FC236}">
                <a16:creationId xmlns:a16="http://schemas.microsoft.com/office/drawing/2014/main" id="{41CDD59A-B0E3-75DF-3254-122840706529}"/>
              </a:ext>
            </a:extLst>
          </p:cNvPr>
          <p:cNvSpPr>
            <a:spLocks noGrp="1"/>
          </p:cNvSpPr>
          <p:nvPr>
            <p:ph type="sldNum" sz="quarter" idx="12"/>
          </p:nvPr>
        </p:nvSpPr>
        <p:spPr/>
        <p:txBody>
          <a:bodyPr/>
          <a:lstStyle/>
          <a:p>
            <a:fld id="{5DB319D9-D2FD-284E-84AD-40610CA482F1}" type="slidenum">
              <a:rPr lang="en-US" smtClean="0"/>
              <a:t>12</a:t>
            </a:fld>
            <a:endParaRPr lang="en-US"/>
          </a:p>
        </p:txBody>
      </p:sp>
      <p:sp>
        <p:nvSpPr>
          <p:cNvPr id="8" name="Title 3">
            <a:extLst>
              <a:ext uri="{FF2B5EF4-FFF2-40B4-BE49-F238E27FC236}">
                <a16:creationId xmlns:a16="http://schemas.microsoft.com/office/drawing/2014/main" id="{628655C6-6A04-D5F3-520D-38A2AB6D0D9C}"/>
              </a:ext>
            </a:extLst>
          </p:cNvPr>
          <p:cNvSpPr>
            <a:spLocks noGrp="1"/>
          </p:cNvSpPr>
          <p:nvPr>
            <p:ph type="title"/>
          </p:nvPr>
        </p:nvSpPr>
        <p:spPr>
          <a:xfrm>
            <a:off x="185171" y="825"/>
            <a:ext cx="7935571" cy="359114"/>
          </a:xfrm>
        </p:spPr>
        <p:txBody>
          <a:bodyPr/>
          <a:lstStyle/>
          <a:p>
            <a:r>
              <a:rPr lang="en-US" sz="1800" dirty="0">
                <a:latin typeface="Corbel"/>
              </a:rPr>
              <a:t>NA: Wk.{{WK_NUM_PREV}} Scrap Performance Update</a:t>
            </a:r>
            <a:endParaRPr lang="en-GB" sz="1800" dirty="0">
              <a:latin typeface="Corbel"/>
            </a:endParaRPr>
          </a:p>
        </p:txBody>
      </p:sp>
      <p:sp>
        <p:nvSpPr>
          <p:cNvPr id="9" name="Text Placeholder 2">
            <a:extLst>
              <a:ext uri="{FF2B5EF4-FFF2-40B4-BE49-F238E27FC236}">
                <a16:creationId xmlns:a16="http://schemas.microsoft.com/office/drawing/2014/main" id="{1CAEED58-F6D0-705E-06F2-E7E752DA2844}"/>
              </a:ext>
            </a:extLst>
          </p:cNvPr>
          <p:cNvSpPr txBox="1">
            <a:spLocks/>
          </p:cNvSpPr>
          <p:nvPr/>
        </p:nvSpPr>
        <p:spPr>
          <a:xfrm>
            <a:off x="626364" y="3461658"/>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endParaRPr lang="en-GB"/>
          </a:p>
        </p:txBody>
      </p:sp>
      <p:sp>
        <p:nvSpPr>
          <p:cNvPr id="10" name="Content Placeholder 3">
            <a:extLst>
              <a:ext uri="{FF2B5EF4-FFF2-40B4-BE49-F238E27FC236}">
                <a16:creationId xmlns:a16="http://schemas.microsoft.com/office/drawing/2014/main" id="{44393845-F415-CEBD-627F-EB205D4A96EB}"/>
              </a:ext>
            </a:extLst>
          </p:cNvPr>
          <p:cNvSpPr txBox="1">
            <a:spLocks/>
          </p:cNvSpPr>
          <p:nvPr/>
        </p:nvSpPr>
        <p:spPr>
          <a:xfrm>
            <a:off x="626364" y="3849250"/>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11" name="Content Placeholder 3">
            <a:extLst>
              <a:ext uri="{FF2B5EF4-FFF2-40B4-BE49-F238E27FC236}">
                <a16:creationId xmlns:a16="http://schemas.microsoft.com/office/drawing/2014/main" id="{F303C047-F1C4-DCD0-243F-7566DF73596D}"/>
              </a:ext>
            </a:extLst>
          </p:cNvPr>
          <p:cNvSpPr txBox="1">
            <a:spLocks/>
          </p:cNvSpPr>
          <p:nvPr/>
        </p:nvSpPr>
        <p:spPr>
          <a:xfrm>
            <a:off x="626364" y="3631068"/>
            <a:ext cx="3868340" cy="2529786"/>
          </a:xfrm>
          <a:prstGeom prst="rect">
            <a:avLst/>
          </a:prstGeom>
        </p:spPr>
        <p:txBody>
          <a:bodyPr vert="horz" lIns="91440" tIns="45720" rIns="91440" bIns="45720" rtlCol="0">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endParaRPr lang="en-GB"/>
          </a:p>
        </p:txBody>
      </p:sp>
      <p:sp>
        <p:nvSpPr>
          <p:cNvPr id="20" name="Text Placeholder 2">
            <a:extLst>
              <a:ext uri="{FF2B5EF4-FFF2-40B4-BE49-F238E27FC236}">
                <a16:creationId xmlns:a16="http://schemas.microsoft.com/office/drawing/2014/main" id="{85C7C5B5-FDF3-FFD7-787B-E9C215D068B7}"/>
              </a:ext>
            </a:extLst>
          </p:cNvPr>
          <p:cNvSpPr txBox="1">
            <a:spLocks/>
          </p:cNvSpPr>
          <p:nvPr/>
        </p:nvSpPr>
        <p:spPr>
          <a:xfrm>
            <a:off x="614286" y="3510432"/>
            <a:ext cx="3868340"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dirty="0"/>
              <a:t>Analysis of theme / fault code</a:t>
            </a:r>
          </a:p>
        </p:txBody>
      </p:sp>
      <p:sp>
        <p:nvSpPr>
          <p:cNvPr id="22" name="Content Placeholder 5">
            <a:extLst>
              <a:ext uri="{FF2B5EF4-FFF2-40B4-BE49-F238E27FC236}">
                <a16:creationId xmlns:a16="http://schemas.microsoft.com/office/drawing/2014/main" id="{FACB055C-EB30-7AC6-F44F-9F4015BB618B}"/>
              </a:ext>
            </a:extLst>
          </p:cNvPr>
          <p:cNvSpPr txBox="1">
            <a:spLocks/>
          </p:cNvSpPr>
          <p:nvPr/>
        </p:nvSpPr>
        <p:spPr>
          <a:xfrm>
            <a:off x="4846437" y="3800476"/>
            <a:ext cx="3887391" cy="2529786"/>
          </a:xfrm>
          <a:prstGeom prst="rect">
            <a:avLst/>
          </a:prstGeom>
        </p:spPr>
        <p:txBody>
          <a:bodyPr vert="horz" lIns="91440" tIns="45720" rIns="91440" bIns="45720" rtlCol="0" anchor="ctr">
            <a:normAutofit/>
          </a:bodyPr>
          <a:lstStyle>
            <a:lvl1pPr marL="171442" indent="-171442" algn="l" defTabSz="685766" rtl="0" eaLnBrk="1" latinLnBrk="0" hangingPunct="1">
              <a:lnSpc>
                <a:spcPct val="100000"/>
              </a:lnSpc>
              <a:spcBef>
                <a:spcPts val="750"/>
              </a:spcBef>
              <a:buFont typeface="Arial"/>
              <a:buChar char="•"/>
              <a:defRPr sz="1500"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514325"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857207" indent="-171442" algn="l" defTabSz="685766" rtl="0" eaLnBrk="1" latinLnBrk="0" hangingPunct="1">
              <a:lnSpc>
                <a:spcPct val="100000"/>
              </a:lnSpc>
              <a:spcBef>
                <a:spcPts val="375"/>
              </a:spcBef>
              <a:buFont typeface="Arial"/>
              <a:buChar char="•"/>
              <a:defRPr sz="1200"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200090"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542974" indent="-171442" algn="l" defTabSz="685766" rtl="0" eaLnBrk="1" latinLnBrk="0" hangingPunct="1">
              <a:lnSpc>
                <a:spcPct val="100000"/>
              </a:lnSpc>
              <a:spcBef>
                <a:spcPts val="375"/>
              </a:spcBef>
              <a:buFont typeface="Arial"/>
              <a:buChar char="•"/>
              <a:defRPr sz="1050"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885856"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Font typeface="Arial"/>
              <a:buNone/>
            </a:pPr>
            <a:endParaRPr lang="en-GB"/>
          </a:p>
        </p:txBody>
      </p:sp>
      <p:sp>
        <p:nvSpPr>
          <p:cNvPr id="23" name="Text Placeholder 4">
            <a:extLst>
              <a:ext uri="{FF2B5EF4-FFF2-40B4-BE49-F238E27FC236}">
                <a16:creationId xmlns:a16="http://schemas.microsoft.com/office/drawing/2014/main" id="{AF0E854B-0DD2-9BE4-9F1D-CA98201D929B}"/>
              </a:ext>
            </a:extLst>
          </p:cNvPr>
          <p:cNvSpPr txBox="1">
            <a:spLocks/>
          </p:cNvSpPr>
          <p:nvPr/>
        </p:nvSpPr>
        <p:spPr>
          <a:xfrm>
            <a:off x="4649298" y="3461658"/>
            <a:ext cx="3887391" cy="338818"/>
          </a:xfrm>
          <a:prstGeom prst="rect">
            <a:avLst/>
          </a:prstGeom>
        </p:spPr>
        <p:txBody>
          <a:bodyPr vert="horz" lIns="91440" tIns="45720" rIns="91440" bIns="45720" rtlCol="0" anchor="b">
            <a:normAutofit/>
          </a:bodyPr>
          <a:lstStyle>
            <a:lvl1pPr marL="0" indent="0" algn="l" defTabSz="685766" rtl="0" eaLnBrk="1" latinLnBrk="0" hangingPunct="1">
              <a:lnSpc>
                <a:spcPct val="90000"/>
              </a:lnSpc>
              <a:spcBef>
                <a:spcPts val="750"/>
              </a:spcBef>
              <a:buFont typeface="Arial"/>
              <a:buNone/>
              <a:defRPr sz="1800" b="1" kern="1200">
                <a:solidFill>
                  <a:srgbClr val="707070"/>
                </a:solidFill>
                <a:latin typeface="Corbel" panose="020B0503020204020204" pitchFamily="34" charset="0"/>
                <a:ea typeface="Corbel" panose="020B0503020204020204" pitchFamily="34" charset="0"/>
                <a:cs typeface="Corbel" panose="020B0503020204020204" pitchFamily="34" charset="0"/>
              </a:defRPr>
            </a:lvl1pPr>
            <a:lvl2pPr marL="342884" indent="0" algn="l" defTabSz="685766" rtl="0" eaLnBrk="1" latinLnBrk="0" hangingPunct="1">
              <a:lnSpc>
                <a:spcPct val="90000"/>
              </a:lnSpc>
              <a:spcBef>
                <a:spcPts val="375"/>
              </a:spcBef>
              <a:buFont typeface="Arial"/>
              <a:buNone/>
              <a:defRPr sz="1500" b="1" kern="1200">
                <a:solidFill>
                  <a:srgbClr val="707070"/>
                </a:solidFill>
                <a:latin typeface="Corbel" panose="020B0503020204020204" pitchFamily="34" charset="0"/>
                <a:ea typeface="Corbel" panose="020B0503020204020204" pitchFamily="34" charset="0"/>
                <a:cs typeface="Corbel" panose="020B0503020204020204" pitchFamily="34" charset="0"/>
              </a:defRPr>
            </a:lvl2pPr>
            <a:lvl3pPr marL="685766" indent="0" algn="l" defTabSz="685766" rtl="0" eaLnBrk="1" latinLnBrk="0" hangingPunct="1">
              <a:lnSpc>
                <a:spcPct val="90000"/>
              </a:lnSpc>
              <a:spcBef>
                <a:spcPts val="375"/>
              </a:spcBef>
              <a:buFont typeface="Arial"/>
              <a:buNone/>
              <a:defRPr sz="1350" b="1" kern="1200">
                <a:solidFill>
                  <a:srgbClr val="707070"/>
                </a:solidFill>
                <a:latin typeface="Corbel" panose="020B0503020204020204" pitchFamily="34" charset="0"/>
                <a:ea typeface="Corbel" panose="020B0503020204020204" pitchFamily="34" charset="0"/>
                <a:cs typeface="Corbel" panose="020B0503020204020204" pitchFamily="34" charset="0"/>
              </a:defRPr>
            </a:lvl3pPr>
            <a:lvl4pPr marL="1028649"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4pPr>
            <a:lvl5pPr marL="1371532" indent="0" algn="l" defTabSz="685766" rtl="0" eaLnBrk="1" latinLnBrk="0" hangingPunct="1">
              <a:lnSpc>
                <a:spcPct val="90000"/>
              </a:lnSpc>
              <a:spcBef>
                <a:spcPts val="375"/>
              </a:spcBef>
              <a:buFont typeface="Arial"/>
              <a:buNone/>
              <a:defRPr sz="1200" b="1" kern="1200">
                <a:solidFill>
                  <a:srgbClr val="707070"/>
                </a:solidFill>
                <a:latin typeface="Corbel" panose="020B0503020204020204" pitchFamily="34" charset="0"/>
                <a:ea typeface="Corbel" panose="020B0503020204020204" pitchFamily="34" charset="0"/>
                <a:cs typeface="Corbel" panose="020B0503020204020204" pitchFamily="34" charset="0"/>
              </a:defRPr>
            </a:lvl5pPr>
            <a:lvl6pPr marL="1714415"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6pPr>
            <a:lvl7pPr marL="2057297"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7pPr>
            <a:lvl8pPr marL="2400180"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8pPr>
            <a:lvl9pPr marL="2743064" indent="0" algn="l" defTabSz="685766" rtl="0" eaLnBrk="1" latinLnBrk="0" hangingPunct="1">
              <a:lnSpc>
                <a:spcPct val="90000"/>
              </a:lnSpc>
              <a:spcBef>
                <a:spcPts val="375"/>
              </a:spcBef>
              <a:buFont typeface="Arial"/>
              <a:buNone/>
              <a:defRPr sz="1200" b="1" kern="1200">
                <a:solidFill>
                  <a:schemeClr val="tx1"/>
                </a:solidFill>
                <a:latin typeface="+mn-lt"/>
                <a:ea typeface="+mn-ea"/>
                <a:cs typeface="+mn-cs"/>
              </a:defRPr>
            </a:lvl9pPr>
          </a:lstStyle>
          <a:p>
            <a:r>
              <a:rPr lang="en-GB" b="0"/>
              <a:t>Summary of Actions to improve</a:t>
            </a:r>
          </a:p>
        </p:txBody>
      </p:sp>
      <p:graphicFrame>
        <p:nvGraphicFramePr>
          <p:cNvPr id="12" name="Content Placeholder 1">
            <a:extLst>
              <a:ext uri="{FF2B5EF4-FFF2-40B4-BE49-F238E27FC236}">
                <a16:creationId xmlns:a16="http://schemas.microsoft.com/office/drawing/2014/main" id="{B634E9AB-402D-1A6F-90EA-28346A219D1C}"/>
              </a:ext>
            </a:extLst>
          </p:cNvPr>
          <p:cNvGraphicFramePr>
            <a:graphicFrameLocks/>
          </p:cNvGraphicFramePr>
          <p:nvPr>
            <p:extLst>
              <p:ext uri="{D42A27DB-BD31-4B8C-83A1-F6EECF244321}">
                <p14:modId xmlns:p14="http://schemas.microsoft.com/office/powerpoint/2010/main" val="208709434"/>
              </p:ext>
            </p:extLst>
          </p:nvPr>
        </p:nvGraphicFramePr>
        <p:xfrm>
          <a:off x="4649298" y="3849250"/>
          <a:ext cx="4407617" cy="1483360"/>
        </p:xfrm>
        <a:graphic>
          <a:graphicData uri="http://schemas.openxmlformats.org/drawingml/2006/table">
            <a:tbl>
              <a:tblPr firstRow="1" bandRow="1">
                <a:tableStyleId>{00A15C55-8517-42AA-B614-E9B94910E393}</a:tableStyleId>
              </a:tblPr>
              <a:tblGrid>
                <a:gridCol w="491004">
                  <a:extLst>
                    <a:ext uri="{9D8B030D-6E8A-4147-A177-3AD203B41FA5}">
                      <a16:colId xmlns:a16="http://schemas.microsoft.com/office/drawing/2014/main" val="2202721098"/>
                    </a:ext>
                  </a:extLst>
                </a:gridCol>
                <a:gridCol w="719724">
                  <a:extLst>
                    <a:ext uri="{9D8B030D-6E8A-4147-A177-3AD203B41FA5}">
                      <a16:colId xmlns:a16="http://schemas.microsoft.com/office/drawing/2014/main" val="1421875135"/>
                    </a:ext>
                  </a:extLst>
                </a:gridCol>
                <a:gridCol w="2010188">
                  <a:extLst>
                    <a:ext uri="{9D8B030D-6E8A-4147-A177-3AD203B41FA5}">
                      <a16:colId xmlns:a16="http://schemas.microsoft.com/office/drawing/2014/main" val="317231456"/>
                    </a:ext>
                  </a:extLst>
                </a:gridCol>
                <a:gridCol w="571327">
                  <a:extLst>
                    <a:ext uri="{9D8B030D-6E8A-4147-A177-3AD203B41FA5}">
                      <a16:colId xmlns:a16="http://schemas.microsoft.com/office/drawing/2014/main" val="1994850646"/>
                    </a:ext>
                  </a:extLst>
                </a:gridCol>
                <a:gridCol w="615374">
                  <a:extLst>
                    <a:ext uri="{9D8B030D-6E8A-4147-A177-3AD203B41FA5}">
                      <a16:colId xmlns:a16="http://schemas.microsoft.com/office/drawing/2014/main" val="4081782946"/>
                    </a:ext>
                  </a:extLst>
                </a:gridCol>
              </a:tblGrid>
              <a:tr h="370840">
                <a:tc>
                  <a:txBody>
                    <a:bodyPr/>
                    <a:lstStyle/>
                    <a:p>
                      <a:pPr algn="ctr"/>
                      <a:r>
                        <a:rPr lang="en-GB" sz="900" dirty="0"/>
                        <a:t>IRP /NC #</a:t>
                      </a:r>
                    </a:p>
                  </a:txBody>
                  <a:tcPr anchor="ctr"/>
                </a:tc>
                <a:tc>
                  <a:txBody>
                    <a:bodyPr/>
                    <a:lstStyle/>
                    <a:p>
                      <a:pPr algn="ctr"/>
                      <a:r>
                        <a:rPr lang="en-GB" sz="900" dirty="0"/>
                        <a:t>RC Code / concern</a:t>
                      </a:r>
                    </a:p>
                  </a:txBody>
                  <a:tcPr anchor="ctr"/>
                </a:tc>
                <a:tc>
                  <a:txBody>
                    <a:bodyPr/>
                    <a:lstStyle/>
                    <a:p>
                      <a:pPr algn="ctr"/>
                      <a:r>
                        <a:rPr lang="en-GB" sz="900"/>
                        <a:t>Action</a:t>
                      </a:r>
                    </a:p>
                  </a:txBody>
                  <a:tcPr anchor="ctr"/>
                </a:tc>
                <a:tc>
                  <a:txBody>
                    <a:bodyPr/>
                    <a:lstStyle/>
                    <a:p>
                      <a:pPr algn="ctr"/>
                      <a:r>
                        <a:rPr lang="en-GB" sz="900" dirty="0"/>
                        <a:t>Owner</a:t>
                      </a:r>
                    </a:p>
                  </a:txBody>
                  <a:tcPr anchor="ctr"/>
                </a:tc>
                <a:tc>
                  <a:txBody>
                    <a:bodyPr/>
                    <a:lstStyle/>
                    <a:p>
                      <a:pPr algn="ctr"/>
                      <a:r>
                        <a:rPr lang="en-GB" sz="900"/>
                        <a:t>Comp. Date</a:t>
                      </a:r>
                    </a:p>
                  </a:txBody>
                  <a:tcPr anchor="ctr"/>
                </a:tc>
                <a:extLst>
                  <a:ext uri="{0D108BD9-81ED-4DB2-BD59-A6C34878D82A}">
                    <a16:rowId xmlns:a16="http://schemas.microsoft.com/office/drawing/2014/main" val="791109035"/>
                  </a:ext>
                </a:extLst>
              </a:tr>
              <a:tr h="370840">
                <a:tc>
                  <a:txBody>
                    <a:bodyPr/>
                    <a:lstStyle/>
                    <a:p>
                      <a:pPr algn="ctr"/>
                      <a:r>
                        <a:rPr lang="en-GB" sz="900" dirty="0"/>
                        <a:t>-</a:t>
                      </a:r>
                    </a:p>
                  </a:txBody>
                  <a:tcPr anchor="ctr"/>
                </a:tc>
                <a:tc>
                  <a:txBody>
                    <a:bodyPr/>
                    <a:lstStyle/>
                    <a:p>
                      <a:pPr algn="ctr"/>
                      <a:r>
                        <a:rPr lang="en-GB" sz="900" dirty="0"/>
                        <a:t>-</a:t>
                      </a:r>
                    </a:p>
                  </a:txBody>
                  <a:tcPr anchor="ctr"/>
                </a:tc>
                <a:tc>
                  <a:txBody>
                    <a:bodyPr/>
                    <a:lstStyle/>
                    <a:p>
                      <a:pPr algn="ctr"/>
                      <a:r>
                        <a:rPr lang="en-GB" sz="900" dirty="0"/>
                        <a:t>{{S12_SCRAP_COUNT}} Scrap instance(s) in week {{WK_NUM_PREV}}</a:t>
                      </a:r>
                    </a:p>
                  </a:txBody>
                  <a:tcPr anchor="ctr"/>
                </a:tc>
                <a:tc>
                  <a:txBody>
                    <a:bodyPr/>
                    <a:lstStyle/>
                    <a:p>
                      <a:pPr algn="ctr"/>
                      <a:endParaRPr lang="en-GB" sz="900" dirty="0"/>
                    </a:p>
                  </a:txBody>
                  <a:tcPr anchor="ctr"/>
                </a:tc>
                <a:tc>
                  <a:txBody>
                    <a:bodyPr/>
                    <a:lstStyle/>
                    <a:p>
                      <a:pPr algn="ctr"/>
                      <a:endParaRPr lang="en-GB" sz="900" dirty="0"/>
                    </a:p>
                  </a:txBody>
                  <a:tcPr anchor="ctr"/>
                </a:tc>
                <a:extLst>
                  <a:ext uri="{0D108BD9-81ED-4DB2-BD59-A6C34878D82A}">
                    <a16:rowId xmlns:a16="http://schemas.microsoft.com/office/drawing/2014/main" val="2422996120"/>
                  </a:ext>
                </a:extLst>
              </a:tr>
              <a:tr h="370840">
                <a:tc>
                  <a:txBody>
                    <a:bodyPr/>
                    <a:lstStyle/>
                    <a:p>
                      <a:endParaRPr lang="en-GB" sz="900"/>
                    </a:p>
                  </a:txBody>
                  <a:tcPr anchor="ctr"/>
                </a:tc>
                <a:tc>
                  <a:txBody>
                    <a:bodyPr/>
                    <a:lstStyle/>
                    <a:p>
                      <a:endParaRPr lang="en-GB" sz="900"/>
                    </a:p>
                  </a:txBody>
                  <a:tcPr anchor="ctr"/>
                </a:tc>
                <a:tc>
                  <a:txBody>
                    <a:bodyPr/>
                    <a:lstStyle/>
                    <a:p>
                      <a:endParaRPr lang="en-GB" sz="900" dirty="0"/>
                    </a:p>
                  </a:txBody>
                  <a:tcPr anchor="ctr"/>
                </a:tc>
                <a:tc>
                  <a:txBody>
                    <a:bodyPr/>
                    <a:lstStyle/>
                    <a:p>
                      <a:pPr algn="ctr"/>
                      <a:endParaRPr lang="en-GB" sz="900" dirty="0"/>
                    </a:p>
                  </a:txBody>
                  <a:tcPr anchor="ctr"/>
                </a:tc>
                <a:tc>
                  <a:txBody>
                    <a:bodyPr/>
                    <a:lstStyle/>
                    <a:p>
                      <a:endParaRPr lang="en-GB" sz="900"/>
                    </a:p>
                  </a:txBody>
                  <a:tcPr anchor="ctr"/>
                </a:tc>
                <a:extLst>
                  <a:ext uri="{0D108BD9-81ED-4DB2-BD59-A6C34878D82A}">
                    <a16:rowId xmlns:a16="http://schemas.microsoft.com/office/drawing/2014/main" val="1000451920"/>
                  </a:ext>
                </a:extLst>
              </a:tr>
              <a:tr h="370840">
                <a:tc>
                  <a:txBody>
                    <a:bodyPr/>
                    <a:lstStyle/>
                    <a:p>
                      <a:endParaRPr lang="en-GB" sz="900"/>
                    </a:p>
                  </a:txBody>
                  <a:tcPr anchor="ctr"/>
                </a:tc>
                <a:tc>
                  <a:txBody>
                    <a:bodyPr/>
                    <a:lstStyle/>
                    <a:p>
                      <a:endParaRPr lang="en-GB" sz="900"/>
                    </a:p>
                  </a:txBody>
                  <a:tcPr anchor="ctr"/>
                </a:tc>
                <a:tc>
                  <a:txBody>
                    <a:bodyPr/>
                    <a:lstStyle/>
                    <a:p>
                      <a:endParaRPr lang="en-GB" sz="900"/>
                    </a:p>
                  </a:txBody>
                  <a:tcPr anchor="ctr"/>
                </a:tc>
                <a:tc>
                  <a:txBody>
                    <a:bodyPr/>
                    <a:lstStyle/>
                    <a:p>
                      <a:pPr algn="ctr"/>
                      <a:endParaRPr lang="en-GB" sz="900" dirty="0"/>
                    </a:p>
                  </a:txBody>
                  <a:tcPr anchor="ctr"/>
                </a:tc>
                <a:tc>
                  <a:txBody>
                    <a:bodyPr/>
                    <a:lstStyle/>
                    <a:p>
                      <a:endParaRPr lang="en-GB" sz="900" dirty="0"/>
                    </a:p>
                  </a:txBody>
                  <a:tcPr anchor="ctr"/>
                </a:tc>
                <a:extLst>
                  <a:ext uri="{0D108BD9-81ED-4DB2-BD59-A6C34878D82A}">
                    <a16:rowId xmlns:a16="http://schemas.microsoft.com/office/drawing/2014/main" val="3442692064"/>
                  </a:ext>
                </a:extLst>
              </a:tr>
            </a:tbl>
          </a:graphicData>
        </a:graphic>
      </p:graphicFrame>
      <p:graphicFrame>
        <p:nvGraphicFramePr>
          <p:cNvPr id="2" name="Chart 1">
            <a:extLst>
              <a:ext uri="{FF2B5EF4-FFF2-40B4-BE49-F238E27FC236}">
                <a16:creationId xmlns:a16="http://schemas.microsoft.com/office/drawing/2014/main" id="{D1AF61A7-5F1B-4227-BABF-F3F70BDA5C5A}"/>
              </a:ext>
            </a:extLst>
          </p:cNvPr>
          <p:cNvGraphicFramePr>
            <a:graphicFrameLocks/>
          </p:cNvGraphicFramePr>
          <p:nvPr>
            <p:extLst>
              <p:ext uri="{D42A27DB-BD31-4B8C-83A1-F6EECF244321}">
                <p14:modId xmlns:p14="http://schemas.microsoft.com/office/powerpoint/2010/main" val="3628389260"/>
              </p:ext>
            </p:extLst>
          </p:nvPr>
        </p:nvGraphicFramePr>
        <p:xfrm>
          <a:off x="175868" y="580448"/>
          <a:ext cx="4543425"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2658EBCE-2042-422F-B727-FE869BD99011}"/>
              </a:ext>
            </a:extLst>
          </p:cNvPr>
          <p:cNvGraphicFramePr>
            <a:graphicFrameLocks/>
          </p:cNvGraphicFramePr>
          <p:nvPr>
            <p:extLst>
              <p:ext uri="{D42A27DB-BD31-4B8C-83A1-F6EECF244321}">
                <p14:modId xmlns:p14="http://schemas.microsoft.com/office/powerpoint/2010/main" val="1989402355"/>
              </p:ext>
            </p:extLst>
          </p:nvPr>
        </p:nvGraphicFramePr>
        <p:xfrm>
          <a:off x="4581331" y="580449"/>
          <a:ext cx="4581525" cy="274319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BB93BAAD-C569-4DD3-B716-2652A21B1249}"/>
              </a:ext>
            </a:extLst>
          </p:cNvPr>
          <p:cNvGraphicFramePr>
            <a:graphicFrameLocks/>
          </p:cNvGraphicFramePr>
          <p:nvPr>
            <p:extLst>
              <p:ext uri="{D42A27DB-BD31-4B8C-83A1-F6EECF244321}">
                <p14:modId xmlns:p14="http://schemas.microsoft.com/office/powerpoint/2010/main" val="2232889316"/>
              </p:ext>
            </p:extLst>
          </p:nvPr>
        </p:nvGraphicFramePr>
        <p:xfrm>
          <a:off x="197140" y="3820291"/>
          <a:ext cx="4452158"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523524226"/>
      </p:ext>
    </p:extLst>
  </p:cSld>
  <p:clrMapOvr>
    <a:masterClrMapping/>
  </p:clrMapOvr>
</p:sld>
</file>

<file path=ppt/theme/theme1.xml><?xml version="1.0" encoding="utf-8"?>
<a:theme xmlns:a="http://schemas.openxmlformats.org/drawingml/2006/main" name="1_Office Theme">
  <a:themeElements>
    <a:clrScheme name="PHC">
      <a:dk1>
        <a:srgbClr val="5B5B5B"/>
      </a:dk1>
      <a:lt1>
        <a:srgbClr val="FFFFFF"/>
      </a:lt1>
      <a:dk2>
        <a:srgbClr val="455F51"/>
      </a:dk2>
      <a:lt2>
        <a:srgbClr val="D7D7D7"/>
      </a:lt2>
      <a:accent1>
        <a:srgbClr val="69C8CA"/>
      </a:accent1>
      <a:accent2>
        <a:srgbClr val="FCC500"/>
      </a:accent2>
      <a:accent3>
        <a:srgbClr val="9C337F"/>
      </a:accent3>
      <a:accent4>
        <a:srgbClr val="2F4286"/>
      </a:accent4>
      <a:accent5>
        <a:srgbClr val="707070"/>
      </a:accent5>
      <a:accent6>
        <a:srgbClr val="DBDBDB"/>
      </a:accent6>
      <a:hlink>
        <a:srgbClr val="9C337F"/>
      </a:hlink>
      <a:folHlink>
        <a:srgbClr val="7F7F7F"/>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HC_Template_2020-final" id="{27227B7F-F165-2C45-8D14-E266E2976FA3}" vid="{E398B440-3516-D14E-A3D0-512C3C2172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8.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9.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63F6B718A0B74A9723E914FF9BF613" ma:contentTypeVersion="4" ma:contentTypeDescription="Create a new document." ma:contentTypeScope="" ma:versionID="cd57dd958e77d8cc8b3f55ac6ed9669b">
  <xsd:schema xmlns:xsd="http://www.w3.org/2001/XMLSchema" xmlns:xs="http://www.w3.org/2001/XMLSchema" xmlns:p="http://schemas.microsoft.com/office/2006/metadata/properties" xmlns:ns2="e6847d82-1e77-453f-aee5-88bc52091208" targetNamespace="http://schemas.microsoft.com/office/2006/metadata/properties" ma:root="true" ma:fieldsID="ee996ba84c9320504fd2667d31769d73" ns2:_="">
    <xsd:import namespace="e6847d82-1e77-453f-aee5-88bc5209120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847d82-1e77-453f-aee5-88bc520912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C730475-5E21-4905-8613-F4B443B6A1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847d82-1e77-453f-aee5-88bc520912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5C43F1F-7EA2-4485-AFED-EAA63BED7D7C}">
  <ds:schemaRefs>
    <ds:schemaRef ds:uri="http://schemas.microsoft.com/sharepoint/v3/contenttype/forms"/>
  </ds:schemaRefs>
</ds:datastoreItem>
</file>

<file path=customXml/itemProps3.xml><?xml version="1.0" encoding="utf-8"?>
<ds:datastoreItem xmlns:ds="http://schemas.openxmlformats.org/officeDocument/2006/customXml" ds:itemID="{C58F297C-77B0-4702-A766-A4D24D503049}">
  <ds:schemaRefs>
    <ds:schemaRef ds:uri="http://schemas.microsoft.com/office/2006/metadata/properties"/>
    <ds:schemaRef ds:uri="http://schemas.microsoft.com/office/2006/documentManagement/types"/>
    <ds:schemaRef ds:uri="e6847d82-1e77-453f-aee5-88bc52091208"/>
    <ds:schemaRef ds:uri="http://purl.org/dc/elements/1.1/"/>
    <ds:schemaRef ds:uri="http://www.w3.org/XML/1998/namespace"/>
    <ds:schemaRef ds:uri="http://schemas.microsoft.com/office/infopath/2007/PartnerControls"/>
    <ds:schemaRef ds:uri="http://purl.org/dc/dcmitype/"/>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1851</Words>
  <Application>Microsoft Office PowerPoint</Application>
  <PresentationFormat>On-screen Show (4:3)</PresentationFormat>
  <Paragraphs>293</Paragraphs>
  <Slides>12</Slides>
  <Notes>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12</vt:i4>
      </vt:variant>
    </vt:vector>
  </HeadingPairs>
  <TitlesOfParts>
    <vt:vector size="27" baseType="lpstr">
      <vt:lpstr>.HelveticaNeueDeskInterface-Regular</vt:lpstr>
      <vt:lpstr>Aptos</vt:lpstr>
      <vt:lpstr>Aptos Display</vt:lpstr>
      <vt:lpstr>Arial</vt:lpstr>
      <vt:lpstr>Calibri</vt:lpstr>
      <vt:lpstr>Corbel</vt:lpstr>
      <vt:lpstr>DIN 2014</vt:lpstr>
      <vt:lpstr>Helvetica Neue</vt:lpstr>
      <vt:lpstr>Helvetica Neue Light</vt:lpstr>
      <vt:lpstr>Helvetica Neue Medium</vt:lpstr>
      <vt:lpstr>Lucida Grande</vt:lpstr>
      <vt:lpstr>Myriad Pro</vt:lpstr>
      <vt:lpstr>Open Sans</vt:lpstr>
      <vt:lpstr>Trebuchet MS</vt:lpstr>
      <vt:lpstr>1_Office Theme</vt:lpstr>
      <vt:lpstr>PHC Quality Weekly Performance Week Commencing:  06/04/2026 QHSE Manager:  Jonas Simonaitis Date:  09/04/2026 Site:  Repose Furniture</vt:lpstr>
      <vt:lpstr>PowerPoint Presentation</vt:lpstr>
      <vt:lpstr>PowerPoint Presentation</vt:lpstr>
      <vt:lpstr>PowerPoint Presentation</vt:lpstr>
      <vt:lpstr>NA: Wk.18 Customer Complaints Performance Update</vt:lpstr>
      <vt:lpstr>NA: Wk.18 Warranty Returns Performance Update</vt:lpstr>
      <vt:lpstr>NA: Wk.18 Internal Performance Update</vt:lpstr>
      <vt:lpstr>NA: Wk.17 Concessions Performance Update</vt:lpstr>
      <vt:lpstr>NA: Wk.17 Supplier Performance</vt:lpstr>
      <vt:lpstr>Quality – PHC –CoPQ £500 x IRP Raised per Issue</vt:lpstr>
      <vt:lpstr>Site: Bi-Weekly Ops – Compliance Performance Update –Wk 17</vt:lpstr>
      <vt:lpstr>NA: Wk.17 Scrap Performance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Neville Murrain</dc:creator>
  <cp:lastModifiedBy>Jonas Simonaitis</cp:lastModifiedBy>
  <cp:revision>14</cp:revision>
  <cp:lastPrinted>2025-04-01T10:47:05Z</cp:lastPrinted>
  <dcterms:created xsi:type="dcterms:W3CDTF">2025-01-09T08:05:51Z</dcterms:created>
  <dcterms:modified xsi:type="dcterms:W3CDTF">2026-04-30T14:12:08Z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0x010100E963F6B718A0B74A9723E914FF9BF613</vt:lpwstr>
  </property>
  <property fmtid="{D5CDD505-2E9C-101B-9397-08002B2CF9AE}" pid="3" name="Order">
    <vt:r8>109400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ediaServiceImageTags">
    <vt:lpwstr/>
  </property>
</Properties>
</file>